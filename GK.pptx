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9"/>
  </p:notesMasterIdLst>
  <p:sldIdLst>
    <p:sldId id="256" r:id="rId2"/>
    <p:sldId id="258" r:id="rId3"/>
    <p:sldId id="260" r:id="rId4"/>
    <p:sldId id="261" r:id="rId5"/>
    <p:sldId id="314" r:id="rId6"/>
    <p:sldId id="313" r:id="rId7"/>
    <p:sldId id="332" r:id="rId8"/>
    <p:sldId id="333" r:id="rId9"/>
    <p:sldId id="334" r:id="rId10"/>
    <p:sldId id="335" r:id="rId11"/>
    <p:sldId id="324" r:id="rId12"/>
    <p:sldId id="327" r:id="rId13"/>
    <p:sldId id="325" r:id="rId14"/>
    <p:sldId id="326" r:id="rId15"/>
    <p:sldId id="330" r:id="rId16"/>
    <p:sldId id="328" r:id="rId17"/>
    <p:sldId id="331" r:id="rId18"/>
    <p:sldId id="329" r:id="rId19"/>
    <p:sldId id="336" r:id="rId20"/>
    <p:sldId id="337" r:id="rId21"/>
    <p:sldId id="315" r:id="rId22"/>
    <p:sldId id="318" r:id="rId23"/>
    <p:sldId id="320" r:id="rId24"/>
    <p:sldId id="319" r:id="rId25"/>
    <p:sldId id="316" r:id="rId26"/>
    <p:sldId id="317" r:id="rId27"/>
    <p:sldId id="322" r:id="rId28"/>
  </p:sldIdLst>
  <p:sldSz cx="9144000" cy="5143500" type="screen16x9"/>
  <p:notesSz cx="6858000" cy="9144000"/>
  <p:embeddedFontLst>
    <p:embeddedFont>
      <p:font typeface="Barlow SemiBold" panose="00000700000000000000" pitchFamily="2" charset="-93"/>
      <p:regular r:id="rId30"/>
      <p:bold r:id="rId31"/>
      <p:italic r:id="rId32"/>
      <p:boldItalic r:id="rId33"/>
    </p:embeddedFont>
    <p:embeddedFont>
      <p:font typeface="Commissioner" panose="020B0604020202020204" charset="0"/>
      <p:regular r:id="rId34"/>
      <p:bold r:id="rId35"/>
    </p:embeddedFont>
    <p:embeddedFont>
      <p:font typeface="Commissioner ExtraBold" panose="020B0604020202020204" charset="0"/>
      <p:bold r:id="rId36"/>
    </p:embeddedFont>
    <p:embeddedFont>
      <p:font typeface="Syne"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40FF33-FA75-49D1-AEC6-81D595DF2B6F}">
  <a:tblStyle styleId="{B840FF33-FA75-49D1-AEC6-81D595DF2B6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e710ee6ad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e710ee6ade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e710ee6ade_0_7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e710ee6ade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e710ee6ade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35635389-B029-F634-53CC-35E25D1B9D83}"/>
            </a:ext>
          </a:extLst>
        </p:cNvPr>
        <p:cNvGrpSpPr/>
        <p:nvPr/>
      </p:nvGrpSpPr>
      <p:grpSpPr>
        <a:xfrm>
          <a:off x="0" y="0"/>
          <a:ext cx="0" cy="0"/>
          <a:chOff x="0" y="0"/>
          <a:chExt cx="0" cy="0"/>
        </a:xfrm>
      </p:grpSpPr>
      <p:sp>
        <p:nvSpPr>
          <p:cNvPr id="349" name="Google Shape;349;ge710ee6ade_0_732:notes">
            <a:extLst>
              <a:ext uri="{FF2B5EF4-FFF2-40B4-BE49-F238E27FC236}">
                <a16:creationId xmlns:a16="http://schemas.microsoft.com/office/drawing/2014/main" id="{CDD4CFC1-8C4F-ADB3-8990-89B7F197D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e710ee6ade_0_732:notes">
            <a:extLst>
              <a:ext uri="{FF2B5EF4-FFF2-40B4-BE49-F238E27FC236}">
                <a16:creationId xmlns:a16="http://schemas.microsoft.com/office/drawing/2014/main" id="{00993BD2-42DA-DA8F-B3A6-F61D98EF9F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20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DEEFAF09-EB74-C3BD-0CE6-BBF52DA9A442}"/>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3F9D33F8-7EB2-DA1E-33C8-26DE2AE764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B2873737-4EEE-4D42-155D-9865704B47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8159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C5C9E787-FCE5-CD71-9089-A091DD865251}"/>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B935F23A-BD50-38DF-FA4E-22F3408CAF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EFB044C4-31BD-41A4-7062-5659B1FF2B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7668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EF72CAE8-5595-3CC3-431F-8E635817B3F3}"/>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3F082433-0884-AE77-8621-A27036F8D4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CFBE32E3-C3BC-3D47-EA03-8FAE1BD647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8140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97A10115-4C6A-1A04-F3F3-9E7888FDF975}"/>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0C767050-9A4F-7E8F-1CD8-BB53B1534F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56677569-DAAD-3483-6537-873B210538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7733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60F907DA-FA1D-6566-2DE4-28E4A74A9E59}"/>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37372A01-EE46-6FCF-5F4C-135E86179A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A6CA74FC-6A70-8E08-F1E0-855FF52DCD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0068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3BC62E2A-7125-50AA-3233-B1A9E1A2B1A9}"/>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27125F64-0F2D-A234-A24E-0B772CC134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AAE6EBAA-1B67-3F57-F1EF-C8ADE25490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857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FF8D9B4D-B312-96A9-DDE9-C12AF548D30B}"/>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2DAD5C25-4996-41D5-4E7D-EAD65BBC61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B83EE63B-A88F-0241-463F-A31B6BA1F5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6693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ECB729DB-671A-353E-EDE7-F25BBCA9EBE2}"/>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E12F38B7-90CB-B597-3307-C68687F3EC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BF9A47F4-A185-FA9F-E9A9-B036A49F74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9599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6AC12E4A-463E-A5BF-7262-4C53AA3E5BFA}"/>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00692D97-0CFA-B53E-AD1E-8259D0DAFA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0A4DAAEC-157A-8072-C0D2-CA1640C184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1803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AAD2A52B-6C41-5170-26D1-1F9A564198A9}"/>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17873012-094D-254E-F410-BE8C7C2483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5EC6D534-87C4-C0BD-1A42-1FA1AB8B17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15374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0FC2650D-617B-A0DA-3AF8-850ADB94BAF7}"/>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9B931576-6638-02DD-17A8-EA0E5C66B7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47A8B53D-2A8F-6D67-5432-3BA067D08A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12450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F4897E19-C6B2-2726-FD07-514342E1876D}"/>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1D0B3DF5-4D91-4A6A-9145-FBE6898F41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5CF40751-B24A-D6B2-92F1-A3DD825FB8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8353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599BD150-DF49-5E37-BC07-5F352B41D1C7}"/>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B441701E-7934-E80F-0754-22B5257003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72CB8D9F-1B58-61E9-3333-D9D62942FC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2356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9F5D52C9-2171-29A1-5743-D6FF6E438E78}"/>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52BD9E3A-73FB-8492-99C7-E75932E4FF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E05CEFDC-95AF-EE5F-E69B-1ACF68AFE5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8778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102E9141-62FA-DE55-323F-6392194978B4}"/>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95087AC5-537B-1C8B-1A93-00C4748AB6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2BAC7A1C-940E-5C4D-A7A1-03C7CDF014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7085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F093EEFC-4E2F-CDA9-AE5C-78E77A2D5EBD}"/>
            </a:ext>
          </a:extLst>
        </p:cNvPr>
        <p:cNvGrpSpPr/>
        <p:nvPr/>
      </p:nvGrpSpPr>
      <p:grpSpPr>
        <a:xfrm>
          <a:off x="0" y="0"/>
          <a:ext cx="0" cy="0"/>
          <a:chOff x="0" y="0"/>
          <a:chExt cx="0" cy="0"/>
        </a:xfrm>
      </p:grpSpPr>
      <p:sp>
        <p:nvSpPr>
          <p:cNvPr id="349" name="Google Shape;349;ge710ee6ade_0_732:notes">
            <a:extLst>
              <a:ext uri="{FF2B5EF4-FFF2-40B4-BE49-F238E27FC236}">
                <a16:creationId xmlns:a16="http://schemas.microsoft.com/office/drawing/2014/main" id="{5EF6991B-576E-8AA8-7248-8F45F63994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e710ee6ade_0_732:notes">
            <a:extLst>
              <a:ext uri="{FF2B5EF4-FFF2-40B4-BE49-F238E27FC236}">
                <a16:creationId xmlns:a16="http://schemas.microsoft.com/office/drawing/2014/main" id="{C90F0538-13F5-110E-2448-2DBD42C763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4066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E9597B5F-9AA8-56B8-74AA-6914F1E2CC05}"/>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6806192A-9718-9577-0441-A1E106ABDC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36CA32A1-B02E-6E4C-E4AE-7BA7B756C2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86284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33E0C3F2-D518-A44A-1AB5-F08DEE962B64}"/>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B85D7196-E6BA-55A7-C914-B557A47380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FDE049C8-0C9A-C5B8-7A43-6E1B651A2E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9823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CD045D08-5EE5-3478-BB0A-B6A419A4CCFA}"/>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5A76A851-4999-69C8-5BE2-A3FF74CD79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E9D8C7D4-BE86-C2FF-5A55-5349BCFE22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1044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EFE52C8D-1EFD-DA46-E4B9-E8A111CF5318}"/>
            </a:ext>
          </a:extLst>
        </p:cNvPr>
        <p:cNvGrpSpPr/>
        <p:nvPr/>
      </p:nvGrpSpPr>
      <p:grpSpPr>
        <a:xfrm>
          <a:off x="0" y="0"/>
          <a:ext cx="0" cy="0"/>
          <a:chOff x="0" y="0"/>
          <a:chExt cx="0" cy="0"/>
        </a:xfrm>
      </p:grpSpPr>
      <p:sp>
        <p:nvSpPr>
          <p:cNvPr id="349" name="Google Shape;349;ge710ee6ade_0_732:notes">
            <a:extLst>
              <a:ext uri="{FF2B5EF4-FFF2-40B4-BE49-F238E27FC236}">
                <a16:creationId xmlns:a16="http://schemas.microsoft.com/office/drawing/2014/main" id="{B2880A7E-62F0-F177-3C72-CD17DB5B50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e710ee6ade_0_732:notes">
            <a:extLst>
              <a:ext uri="{FF2B5EF4-FFF2-40B4-BE49-F238E27FC236}">
                <a16:creationId xmlns:a16="http://schemas.microsoft.com/office/drawing/2014/main" id="{F4D55672-CE44-756A-940C-3799E6905D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16968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490C9148-AFFD-C63E-173C-4341D1D6C2FD}"/>
            </a:ext>
          </a:extLst>
        </p:cNvPr>
        <p:cNvGrpSpPr/>
        <p:nvPr/>
      </p:nvGrpSpPr>
      <p:grpSpPr>
        <a:xfrm>
          <a:off x="0" y="0"/>
          <a:ext cx="0" cy="0"/>
          <a:chOff x="0" y="0"/>
          <a:chExt cx="0" cy="0"/>
        </a:xfrm>
      </p:grpSpPr>
      <p:sp>
        <p:nvSpPr>
          <p:cNvPr id="349" name="Google Shape;349;ge710ee6ade_0_732:notes">
            <a:extLst>
              <a:ext uri="{FF2B5EF4-FFF2-40B4-BE49-F238E27FC236}">
                <a16:creationId xmlns:a16="http://schemas.microsoft.com/office/drawing/2014/main" id="{896A7E1B-DE4D-F5C7-ECD7-8622220B95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e710ee6ade_0_732:notes">
            <a:extLst>
              <a:ext uri="{FF2B5EF4-FFF2-40B4-BE49-F238E27FC236}">
                <a16:creationId xmlns:a16="http://schemas.microsoft.com/office/drawing/2014/main" id="{18BC3CC0-9C48-C874-950C-F3CD69D84C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6273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a:extLst>
            <a:ext uri="{FF2B5EF4-FFF2-40B4-BE49-F238E27FC236}">
              <a16:creationId xmlns:a16="http://schemas.microsoft.com/office/drawing/2014/main" id="{9BC7218E-3C1E-C411-8C13-7C7F6D58EAC9}"/>
            </a:ext>
          </a:extLst>
        </p:cNvPr>
        <p:cNvGrpSpPr/>
        <p:nvPr/>
      </p:nvGrpSpPr>
      <p:grpSpPr>
        <a:xfrm>
          <a:off x="0" y="0"/>
          <a:ext cx="0" cy="0"/>
          <a:chOff x="0" y="0"/>
          <a:chExt cx="0" cy="0"/>
        </a:xfrm>
      </p:grpSpPr>
      <p:sp>
        <p:nvSpPr>
          <p:cNvPr id="357" name="Google Shape;357;ge710ee6ade_0_101:notes">
            <a:extLst>
              <a:ext uri="{FF2B5EF4-FFF2-40B4-BE49-F238E27FC236}">
                <a16:creationId xmlns:a16="http://schemas.microsoft.com/office/drawing/2014/main" id="{571CEEEF-AC9B-5AAA-E1BA-B7E4784FA7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710ee6ade_0_101:notes">
            <a:extLst>
              <a:ext uri="{FF2B5EF4-FFF2-40B4-BE49-F238E27FC236}">
                <a16:creationId xmlns:a16="http://schemas.microsoft.com/office/drawing/2014/main" id="{CC774E5A-2D84-41E5-912C-414E4BD4E7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9390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0625" y="4473225"/>
            <a:ext cx="4115987" cy="769394"/>
          </a:xfrm>
          <a:custGeom>
            <a:avLst/>
            <a:gdLst/>
            <a:ahLst/>
            <a:cxnLst/>
            <a:rect l="l" t="t" r="r" b="b"/>
            <a:pathLst>
              <a:path w="85129" h="15913" extrusionOk="0">
                <a:moveTo>
                  <a:pt x="81192" y="11976"/>
                </a:moveTo>
                <a:cubicBezTo>
                  <a:pt x="76022" y="6973"/>
                  <a:pt x="68016" y="4037"/>
                  <a:pt x="61511" y="7073"/>
                </a:cubicBezTo>
                <a:cubicBezTo>
                  <a:pt x="58643" y="8407"/>
                  <a:pt x="56207" y="10575"/>
                  <a:pt x="53005" y="11075"/>
                </a:cubicBezTo>
                <a:cubicBezTo>
                  <a:pt x="51437" y="11342"/>
                  <a:pt x="49803" y="11242"/>
                  <a:pt x="48202" y="10975"/>
                </a:cubicBezTo>
                <a:cubicBezTo>
                  <a:pt x="46434" y="10608"/>
                  <a:pt x="44666" y="10008"/>
                  <a:pt x="43031" y="9241"/>
                </a:cubicBezTo>
                <a:cubicBezTo>
                  <a:pt x="38795" y="7239"/>
                  <a:pt x="34992" y="4304"/>
                  <a:pt x="30689" y="2403"/>
                </a:cubicBezTo>
                <a:cubicBezTo>
                  <a:pt x="26353" y="568"/>
                  <a:pt x="21016" y="1"/>
                  <a:pt x="17180" y="2803"/>
                </a:cubicBezTo>
                <a:cubicBezTo>
                  <a:pt x="15745" y="3870"/>
                  <a:pt x="14611" y="5338"/>
                  <a:pt x="13143" y="6405"/>
                </a:cubicBezTo>
                <a:cubicBezTo>
                  <a:pt x="10942" y="8040"/>
                  <a:pt x="8140" y="8640"/>
                  <a:pt x="5671" y="9741"/>
                </a:cubicBezTo>
                <a:cubicBezTo>
                  <a:pt x="3336" y="10842"/>
                  <a:pt x="1335" y="13210"/>
                  <a:pt x="1" y="15912"/>
                </a:cubicBezTo>
                <a:lnTo>
                  <a:pt x="44032" y="15912"/>
                </a:lnTo>
                <a:lnTo>
                  <a:pt x="85128" y="15912"/>
                </a:lnTo>
                <a:cubicBezTo>
                  <a:pt x="83727" y="14678"/>
                  <a:pt x="82526" y="13244"/>
                  <a:pt x="81192" y="1197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6965275" y="-156625"/>
            <a:ext cx="2453450" cy="1580500"/>
          </a:xfrm>
          <a:custGeom>
            <a:avLst/>
            <a:gdLst/>
            <a:ahLst/>
            <a:cxnLst/>
            <a:rect l="l" t="t" r="r" b="b"/>
            <a:pathLst>
              <a:path w="98138" h="63220" extrusionOk="0">
                <a:moveTo>
                  <a:pt x="2536" y="0"/>
                </a:moveTo>
                <a:cubicBezTo>
                  <a:pt x="768" y="2535"/>
                  <a:pt x="1" y="5704"/>
                  <a:pt x="535" y="8740"/>
                </a:cubicBezTo>
                <a:cubicBezTo>
                  <a:pt x="2036" y="17146"/>
                  <a:pt x="12410" y="20982"/>
                  <a:pt x="15879" y="28721"/>
                </a:cubicBezTo>
                <a:cubicBezTo>
                  <a:pt x="17914" y="33257"/>
                  <a:pt x="17280" y="38561"/>
                  <a:pt x="16513" y="43465"/>
                </a:cubicBezTo>
                <a:cubicBezTo>
                  <a:pt x="16079" y="46100"/>
                  <a:pt x="15612" y="48869"/>
                  <a:pt x="16446" y="51437"/>
                </a:cubicBezTo>
                <a:cubicBezTo>
                  <a:pt x="17046" y="53238"/>
                  <a:pt x="18181" y="54739"/>
                  <a:pt x="19448" y="56107"/>
                </a:cubicBezTo>
                <a:cubicBezTo>
                  <a:pt x="23932" y="60782"/>
                  <a:pt x="30436" y="63219"/>
                  <a:pt x="36910" y="63219"/>
                </a:cubicBezTo>
                <a:cubicBezTo>
                  <a:pt x="41754" y="63219"/>
                  <a:pt x="46583" y="61855"/>
                  <a:pt x="50537" y="59042"/>
                </a:cubicBezTo>
                <a:cubicBezTo>
                  <a:pt x="56375" y="54873"/>
                  <a:pt x="60044" y="48301"/>
                  <a:pt x="65548" y="43732"/>
                </a:cubicBezTo>
                <a:cubicBezTo>
                  <a:pt x="70526" y="39593"/>
                  <a:pt x="76988" y="37341"/>
                  <a:pt x="83454" y="37341"/>
                </a:cubicBezTo>
                <a:cubicBezTo>
                  <a:pt x="84180" y="37341"/>
                  <a:pt x="84905" y="37370"/>
                  <a:pt x="85629" y="37427"/>
                </a:cubicBezTo>
                <a:cubicBezTo>
                  <a:pt x="89591" y="37744"/>
                  <a:pt x="93614" y="38905"/>
                  <a:pt x="97525" y="38905"/>
                </a:cubicBezTo>
                <a:cubicBezTo>
                  <a:pt x="97730" y="38905"/>
                  <a:pt x="97934" y="38901"/>
                  <a:pt x="98138" y="38895"/>
                </a:cubicBezTo>
                <a:lnTo>
                  <a:pt x="981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836925" y="-539850"/>
            <a:ext cx="3075550" cy="1928900"/>
          </a:xfrm>
          <a:custGeom>
            <a:avLst/>
            <a:gdLst/>
            <a:ahLst/>
            <a:cxnLst/>
            <a:rect l="l" t="t" r="r" b="b"/>
            <a:pathLst>
              <a:path w="123022" h="77156" extrusionOk="0">
                <a:moveTo>
                  <a:pt x="5338" y="334"/>
                </a:moveTo>
                <a:cubicBezTo>
                  <a:pt x="0" y="9707"/>
                  <a:pt x="4504" y="20548"/>
                  <a:pt x="12242" y="26986"/>
                </a:cubicBezTo>
                <a:cubicBezTo>
                  <a:pt x="16345" y="30355"/>
                  <a:pt x="21582" y="31990"/>
                  <a:pt x="25519" y="35626"/>
                </a:cubicBezTo>
                <a:cubicBezTo>
                  <a:pt x="30622" y="40363"/>
                  <a:pt x="29121" y="47801"/>
                  <a:pt x="27754" y="53806"/>
                </a:cubicBezTo>
                <a:cubicBezTo>
                  <a:pt x="26586" y="58876"/>
                  <a:pt x="25585" y="64380"/>
                  <a:pt x="28521" y="69083"/>
                </a:cubicBezTo>
                <a:cubicBezTo>
                  <a:pt x="31089" y="73253"/>
                  <a:pt x="36526" y="75421"/>
                  <a:pt x="41130" y="76088"/>
                </a:cubicBezTo>
                <a:cubicBezTo>
                  <a:pt x="46600" y="76889"/>
                  <a:pt x="51537" y="74254"/>
                  <a:pt x="55907" y="71351"/>
                </a:cubicBezTo>
                <a:cubicBezTo>
                  <a:pt x="60977" y="67982"/>
                  <a:pt x="65614" y="63913"/>
                  <a:pt x="71451" y="61845"/>
                </a:cubicBezTo>
                <a:cubicBezTo>
                  <a:pt x="76121" y="60177"/>
                  <a:pt x="81225" y="60143"/>
                  <a:pt x="86095" y="60577"/>
                </a:cubicBezTo>
                <a:cubicBezTo>
                  <a:pt x="91466" y="61077"/>
                  <a:pt x="97103" y="62145"/>
                  <a:pt x="102007" y="64413"/>
                </a:cubicBezTo>
                <a:cubicBezTo>
                  <a:pt x="109412" y="67849"/>
                  <a:pt x="114315" y="75221"/>
                  <a:pt x="122488" y="77056"/>
                </a:cubicBezTo>
                <a:cubicBezTo>
                  <a:pt x="122855" y="77156"/>
                  <a:pt x="123022" y="76555"/>
                  <a:pt x="122655" y="76488"/>
                </a:cubicBezTo>
                <a:cubicBezTo>
                  <a:pt x="117184" y="75254"/>
                  <a:pt x="113014" y="71418"/>
                  <a:pt x="108745" y="68082"/>
                </a:cubicBezTo>
                <a:cubicBezTo>
                  <a:pt x="104342" y="64680"/>
                  <a:pt x="99772" y="62545"/>
                  <a:pt x="94334" y="61344"/>
                </a:cubicBezTo>
                <a:cubicBezTo>
                  <a:pt x="88497" y="60043"/>
                  <a:pt x="82393" y="59343"/>
                  <a:pt x="76422" y="60077"/>
                </a:cubicBezTo>
                <a:cubicBezTo>
                  <a:pt x="70751" y="60811"/>
                  <a:pt x="65947" y="63546"/>
                  <a:pt x="61378" y="66748"/>
                </a:cubicBezTo>
                <a:cubicBezTo>
                  <a:pt x="56441" y="70217"/>
                  <a:pt x="51571" y="74354"/>
                  <a:pt x="45466" y="75488"/>
                </a:cubicBezTo>
                <a:cubicBezTo>
                  <a:pt x="39295" y="76655"/>
                  <a:pt x="31423" y="73320"/>
                  <a:pt x="28421" y="67716"/>
                </a:cubicBezTo>
                <a:cubicBezTo>
                  <a:pt x="25252" y="61811"/>
                  <a:pt x="28621" y="54239"/>
                  <a:pt x="29521" y="48168"/>
                </a:cubicBezTo>
                <a:cubicBezTo>
                  <a:pt x="30189" y="43398"/>
                  <a:pt x="29388" y="38695"/>
                  <a:pt x="25919" y="35192"/>
                </a:cubicBezTo>
                <a:cubicBezTo>
                  <a:pt x="23717" y="32991"/>
                  <a:pt x="20749" y="31556"/>
                  <a:pt x="18047" y="30122"/>
                </a:cubicBezTo>
                <a:cubicBezTo>
                  <a:pt x="14778" y="28321"/>
                  <a:pt x="11842" y="26152"/>
                  <a:pt x="9340" y="23384"/>
                </a:cubicBezTo>
                <a:cubicBezTo>
                  <a:pt x="3736" y="17313"/>
                  <a:pt x="1602" y="8106"/>
                  <a:pt x="5871" y="701"/>
                </a:cubicBezTo>
                <a:cubicBezTo>
                  <a:pt x="6071" y="301"/>
                  <a:pt x="5538" y="0"/>
                  <a:pt x="5338" y="3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3995726">
            <a:off x="-130622" y="3655115"/>
            <a:ext cx="2199510" cy="1987525"/>
          </a:xfrm>
          <a:custGeom>
            <a:avLst/>
            <a:gdLst/>
            <a:ahLst/>
            <a:cxnLst/>
            <a:rect l="l" t="t" r="r" b="b"/>
            <a:pathLst>
              <a:path w="69217" h="62546" extrusionOk="0">
                <a:moveTo>
                  <a:pt x="68549" y="368"/>
                </a:moveTo>
                <a:cubicBezTo>
                  <a:pt x="68015" y="5004"/>
                  <a:pt x="65680" y="9007"/>
                  <a:pt x="62211" y="12043"/>
                </a:cubicBezTo>
                <a:cubicBezTo>
                  <a:pt x="58542" y="15312"/>
                  <a:pt x="54005" y="16446"/>
                  <a:pt x="49202" y="16313"/>
                </a:cubicBezTo>
                <a:cubicBezTo>
                  <a:pt x="44932" y="16179"/>
                  <a:pt x="41163" y="16413"/>
                  <a:pt x="38327" y="19948"/>
                </a:cubicBezTo>
                <a:cubicBezTo>
                  <a:pt x="35592" y="23284"/>
                  <a:pt x="35559" y="27821"/>
                  <a:pt x="35259" y="31857"/>
                </a:cubicBezTo>
                <a:cubicBezTo>
                  <a:pt x="34825" y="37328"/>
                  <a:pt x="32824" y="41564"/>
                  <a:pt x="27553" y="43766"/>
                </a:cubicBezTo>
                <a:cubicBezTo>
                  <a:pt x="23550" y="45433"/>
                  <a:pt x="19080" y="45433"/>
                  <a:pt x="14844" y="45667"/>
                </a:cubicBezTo>
                <a:cubicBezTo>
                  <a:pt x="11141" y="45867"/>
                  <a:pt x="7305" y="46501"/>
                  <a:pt x="4470" y="49136"/>
                </a:cubicBezTo>
                <a:cubicBezTo>
                  <a:pt x="1201" y="52172"/>
                  <a:pt x="467" y="57942"/>
                  <a:pt x="33" y="62145"/>
                </a:cubicBezTo>
                <a:cubicBezTo>
                  <a:pt x="0" y="62546"/>
                  <a:pt x="634" y="62546"/>
                  <a:pt x="667" y="62145"/>
                </a:cubicBezTo>
                <a:cubicBezTo>
                  <a:pt x="1234" y="56541"/>
                  <a:pt x="2469" y="49803"/>
                  <a:pt x="8239" y="47468"/>
                </a:cubicBezTo>
                <a:cubicBezTo>
                  <a:pt x="12342" y="45800"/>
                  <a:pt x="17079" y="46367"/>
                  <a:pt x="21382" y="45867"/>
                </a:cubicBezTo>
                <a:cubicBezTo>
                  <a:pt x="24751" y="45500"/>
                  <a:pt x="28520" y="44633"/>
                  <a:pt x="31222" y="42398"/>
                </a:cubicBezTo>
                <a:cubicBezTo>
                  <a:pt x="34525" y="39696"/>
                  <a:pt x="35492" y="35993"/>
                  <a:pt x="35859" y="31857"/>
                </a:cubicBezTo>
                <a:cubicBezTo>
                  <a:pt x="36326" y="26720"/>
                  <a:pt x="36493" y="21016"/>
                  <a:pt x="41396" y="17980"/>
                </a:cubicBezTo>
                <a:cubicBezTo>
                  <a:pt x="43698" y="16613"/>
                  <a:pt x="46667" y="16813"/>
                  <a:pt x="49202" y="16880"/>
                </a:cubicBezTo>
                <a:cubicBezTo>
                  <a:pt x="51337" y="16946"/>
                  <a:pt x="53372" y="16846"/>
                  <a:pt x="55440" y="16313"/>
                </a:cubicBezTo>
                <a:cubicBezTo>
                  <a:pt x="62745" y="14478"/>
                  <a:pt x="68349" y="7706"/>
                  <a:pt x="69183" y="334"/>
                </a:cubicBezTo>
                <a:cubicBezTo>
                  <a:pt x="69216" y="1"/>
                  <a:pt x="68582" y="1"/>
                  <a:pt x="68549" y="36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644234">
            <a:off x="6088289" y="3622766"/>
            <a:ext cx="3520410" cy="1799358"/>
          </a:xfrm>
          <a:custGeom>
            <a:avLst/>
            <a:gdLst/>
            <a:ahLst/>
            <a:cxnLst/>
            <a:rect l="l" t="t" r="r" b="b"/>
            <a:pathLst>
              <a:path w="48102" h="24585" extrusionOk="0">
                <a:moveTo>
                  <a:pt x="46834" y="4870"/>
                </a:moveTo>
                <a:cubicBezTo>
                  <a:pt x="45533" y="1835"/>
                  <a:pt x="41997" y="0"/>
                  <a:pt x="38762" y="601"/>
                </a:cubicBezTo>
                <a:cubicBezTo>
                  <a:pt x="35626" y="1168"/>
                  <a:pt x="33358" y="3536"/>
                  <a:pt x="31023" y="5838"/>
                </a:cubicBezTo>
                <a:cubicBezTo>
                  <a:pt x="29121" y="7706"/>
                  <a:pt x="27153" y="9540"/>
                  <a:pt x="24652" y="10308"/>
                </a:cubicBezTo>
                <a:cubicBezTo>
                  <a:pt x="19314" y="11875"/>
                  <a:pt x="13544" y="7939"/>
                  <a:pt x="8173" y="9273"/>
                </a:cubicBezTo>
                <a:cubicBezTo>
                  <a:pt x="4671" y="10141"/>
                  <a:pt x="2202" y="13043"/>
                  <a:pt x="968" y="16512"/>
                </a:cubicBezTo>
                <a:cubicBezTo>
                  <a:pt x="368" y="18146"/>
                  <a:pt x="34" y="19881"/>
                  <a:pt x="1" y="21582"/>
                </a:cubicBezTo>
                <a:cubicBezTo>
                  <a:pt x="1" y="22583"/>
                  <a:pt x="34" y="23584"/>
                  <a:pt x="268" y="24584"/>
                </a:cubicBezTo>
                <a:lnTo>
                  <a:pt x="7439" y="24584"/>
                </a:lnTo>
                <a:lnTo>
                  <a:pt x="37194" y="24584"/>
                </a:lnTo>
                <a:cubicBezTo>
                  <a:pt x="37928" y="23384"/>
                  <a:pt x="38795" y="22216"/>
                  <a:pt x="39696" y="21149"/>
                </a:cubicBezTo>
                <a:cubicBezTo>
                  <a:pt x="41764" y="18747"/>
                  <a:pt x="44032" y="16545"/>
                  <a:pt x="45667" y="13843"/>
                </a:cubicBezTo>
                <a:cubicBezTo>
                  <a:pt x="47268" y="11175"/>
                  <a:pt x="48102" y="7772"/>
                  <a:pt x="46834" y="487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98250" y="-738525"/>
            <a:ext cx="3075543" cy="2222829"/>
          </a:xfrm>
          <a:custGeom>
            <a:avLst/>
            <a:gdLst/>
            <a:ahLst/>
            <a:cxnLst/>
            <a:rect l="l" t="t" r="r" b="b"/>
            <a:pathLst>
              <a:path w="37294" h="26954" extrusionOk="0">
                <a:moveTo>
                  <a:pt x="37060" y="8807"/>
                </a:moveTo>
                <a:cubicBezTo>
                  <a:pt x="36994" y="7840"/>
                  <a:pt x="36727" y="6872"/>
                  <a:pt x="36193" y="6138"/>
                </a:cubicBezTo>
                <a:cubicBezTo>
                  <a:pt x="32390" y="668"/>
                  <a:pt x="24718" y="7406"/>
                  <a:pt x="20282" y="3303"/>
                </a:cubicBezTo>
                <a:cubicBezTo>
                  <a:pt x="18180" y="1268"/>
                  <a:pt x="17546" y="1"/>
                  <a:pt x="14111" y="1068"/>
                </a:cubicBezTo>
                <a:cubicBezTo>
                  <a:pt x="11342" y="1902"/>
                  <a:pt x="8940" y="4270"/>
                  <a:pt x="8507" y="7206"/>
                </a:cubicBezTo>
                <a:cubicBezTo>
                  <a:pt x="8240" y="8707"/>
                  <a:pt x="8507" y="10275"/>
                  <a:pt x="8407" y="11842"/>
                </a:cubicBezTo>
                <a:cubicBezTo>
                  <a:pt x="8373" y="12743"/>
                  <a:pt x="8206" y="13644"/>
                  <a:pt x="7706" y="14411"/>
                </a:cubicBezTo>
                <a:cubicBezTo>
                  <a:pt x="6272" y="16813"/>
                  <a:pt x="2836" y="17280"/>
                  <a:pt x="1435" y="19715"/>
                </a:cubicBezTo>
                <a:cubicBezTo>
                  <a:pt x="1" y="22350"/>
                  <a:pt x="2269" y="25986"/>
                  <a:pt x="5238" y="26453"/>
                </a:cubicBezTo>
                <a:cubicBezTo>
                  <a:pt x="8206" y="26953"/>
                  <a:pt x="11209" y="25085"/>
                  <a:pt x="12876" y="22550"/>
                </a:cubicBezTo>
                <a:cubicBezTo>
                  <a:pt x="13911" y="20916"/>
                  <a:pt x="14611" y="19048"/>
                  <a:pt x="16045" y="17747"/>
                </a:cubicBezTo>
                <a:cubicBezTo>
                  <a:pt x="17880" y="16145"/>
                  <a:pt x="20482" y="15912"/>
                  <a:pt x="22984" y="16145"/>
                </a:cubicBezTo>
                <a:cubicBezTo>
                  <a:pt x="23351" y="16179"/>
                  <a:pt x="23684" y="16212"/>
                  <a:pt x="24051" y="16246"/>
                </a:cubicBezTo>
                <a:cubicBezTo>
                  <a:pt x="26853" y="16579"/>
                  <a:pt x="29722" y="17146"/>
                  <a:pt x="32357" y="16145"/>
                </a:cubicBezTo>
                <a:cubicBezTo>
                  <a:pt x="35326" y="15011"/>
                  <a:pt x="37294" y="11876"/>
                  <a:pt x="37060" y="880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430479">
            <a:off x="48915" y="-222860"/>
            <a:ext cx="2155859" cy="1948081"/>
          </a:xfrm>
          <a:custGeom>
            <a:avLst/>
            <a:gdLst/>
            <a:ahLst/>
            <a:cxnLst/>
            <a:rect l="l" t="t" r="r" b="b"/>
            <a:pathLst>
              <a:path w="69217" h="62546" extrusionOk="0">
                <a:moveTo>
                  <a:pt x="68549" y="368"/>
                </a:moveTo>
                <a:cubicBezTo>
                  <a:pt x="68015" y="5004"/>
                  <a:pt x="65680" y="9007"/>
                  <a:pt x="62211" y="12043"/>
                </a:cubicBezTo>
                <a:cubicBezTo>
                  <a:pt x="58542" y="15312"/>
                  <a:pt x="54005" y="16446"/>
                  <a:pt x="49202" y="16313"/>
                </a:cubicBezTo>
                <a:cubicBezTo>
                  <a:pt x="44932" y="16179"/>
                  <a:pt x="41163" y="16413"/>
                  <a:pt x="38327" y="19948"/>
                </a:cubicBezTo>
                <a:cubicBezTo>
                  <a:pt x="35592" y="23284"/>
                  <a:pt x="35559" y="27821"/>
                  <a:pt x="35259" y="31857"/>
                </a:cubicBezTo>
                <a:cubicBezTo>
                  <a:pt x="34825" y="37328"/>
                  <a:pt x="32824" y="41564"/>
                  <a:pt x="27553" y="43766"/>
                </a:cubicBezTo>
                <a:cubicBezTo>
                  <a:pt x="23550" y="45433"/>
                  <a:pt x="19080" y="45433"/>
                  <a:pt x="14844" y="45667"/>
                </a:cubicBezTo>
                <a:cubicBezTo>
                  <a:pt x="11141" y="45867"/>
                  <a:pt x="7305" y="46501"/>
                  <a:pt x="4470" y="49136"/>
                </a:cubicBezTo>
                <a:cubicBezTo>
                  <a:pt x="1201" y="52172"/>
                  <a:pt x="467" y="57942"/>
                  <a:pt x="33" y="62145"/>
                </a:cubicBezTo>
                <a:cubicBezTo>
                  <a:pt x="0" y="62546"/>
                  <a:pt x="634" y="62546"/>
                  <a:pt x="667" y="62145"/>
                </a:cubicBezTo>
                <a:cubicBezTo>
                  <a:pt x="1234" y="56541"/>
                  <a:pt x="2469" y="49803"/>
                  <a:pt x="8239" y="47468"/>
                </a:cubicBezTo>
                <a:cubicBezTo>
                  <a:pt x="12342" y="45800"/>
                  <a:pt x="17079" y="46367"/>
                  <a:pt x="21382" y="45867"/>
                </a:cubicBezTo>
                <a:cubicBezTo>
                  <a:pt x="24751" y="45500"/>
                  <a:pt x="28520" y="44633"/>
                  <a:pt x="31222" y="42398"/>
                </a:cubicBezTo>
                <a:cubicBezTo>
                  <a:pt x="34525" y="39696"/>
                  <a:pt x="35492" y="35993"/>
                  <a:pt x="35859" y="31857"/>
                </a:cubicBezTo>
                <a:cubicBezTo>
                  <a:pt x="36326" y="26720"/>
                  <a:pt x="36493" y="21016"/>
                  <a:pt x="41396" y="17980"/>
                </a:cubicBezTo>
                <a:cubicBezTo>
                  <a:pt x="43698" y="16613"/>
                  <a:pt x="46667" y="16813"/>
                  <a:pt x="49202" y="16880"/>
                </a:cubicBezTo>
                <a:cubicBezTo>
                  <a:pt x="51337" y="16946"/>
                  <a:pt x="53372" y="16846"/>
                  <a:pt x="55440" y="16313"/>
                </a:cubicBezTo>
                <a:cubicBezTo>
                  <a:pt x="62745" y="14478"/>
                  <a:pt x="68349" y="7706"/>
                  <a:pt x="69183" y="334"/>
                </a:cubicBezTo>
                <a:cubicBezTo>
                  <a:pt x="69216" y="1"/>
                  <a:pt x="68582" y="1"/>
                  <a:pt x="68549" y="3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098900" y="3115900"/>
            <a:ext cx="2290125" cy="2206451"/>
          </a:xfrm>
          <a:custGeom>
            <a:avLst/>
            <a:gdLst/>
            <a:ahLst/>
            <a:cxnLst/>
            <a:rect l="l" t="t" r="r" b="b"/>
            <a:pathLst>
              <a:path w="76689" h="73887" extrusionOk="0">
                <a:moveTo>
                  <a:pt x="76355" y="6972"/>
                </a:moveTo>
                <a:cubicBezTo>
                  <a:pt x="71552" y="4170"/>
                  <a:pt x="66648" y="1468"/>
                  <a:pt x="60977" y="1368"/>
                </a:cubicBezTo>
                <a:cubicBezTo>
                  <a:pt x="56341" y="1301"/>
                  <a:pt x="52304" y="3603"/>
                  <a:pt x="49969" y="7606"/>
                </a:cubicBezTo>
                <a:cubicBezTo>
                  <a:pt x="47601" y="11675"/>
                  <a:pt x="47201" y="16645"/>
                  <a:pt x="45700" y="21049"/>
                </a:cubicBezTo>
                <a:cubicBezTo>
                  <a:pt x="43798" y="26786"/>
                  <a:pt x="39429" y="32290"/>
                  <a:pt x="34592" y="35859"/>
                </a:cubicBezTo>
                <a:cubicBezTo>
                  <a:pt x="32257" y="37560"/>
                  <a:pt x="29522" y="38695"/>
                  <a:pt x="26653" y="38961"/>
                </a:cubicBezTo>
                <a:cubicBezTo>
                  <a:pt x="23284" y="39228"/>
                  <a:pt x="19981" y="37827"/>
                  <a:pt x="16946" y="36660"/>
                </a:cubicBezTo>
                <a:cubicBezTo>
                  <a:pt x="12476" y="34925"/>
                  <a:pt x="7239" y="33691"/>
                  <a:pt x="3269" y="37160"/>
                </a:cubicBezTo>
                <a:cubicBezTo>
                  <a:pt x="0" y="40029"/>
                  <a:pt x="101" y="44665"/>
                  <a:pt x="2169" y="48068"/>
                </a:cubicBezTo>
                <a:cubicBezTo>
                  <a:pt x="3336" y="50003"/>
                  <a:pt x="5104" y="51537"/>
                  <a:pt x="6639" y="53172"/>
                </a:cubicBezTo>
                <a:cubicBezTo>
                  <a:pt x="8840" y="55440"/>
                  <a:pt x="10508" y="57942"/>
                  <a:pt x="11575" y="60944"/>
                </a:cubicBezTo>
                <a:cubicBezTo>
                  <a:pt x="12943" y="64947"/>
                  <a:pt x="12843" y="69350"/>
                  <a:pt x="11575" y="73353"/>
                </a:cubicBezTo>
                <a:cubicBezTo>
                  <a:pt x="11442" y="73720"/>
                  <a:pt x="12009" y="73886"/>
                  <a:pt x="12142" y="73519"/>
                </a:cubicBezTo>
                <a:cubicBezTo>
                  <a:pt x="13644" y="69016"/>
                  <a:pt x="13543" y="63913"/>
                  <a:pt x="11675" y="59543"/>
                </a:cubicBezTo>
                <a:cubicBezTo>
                  <a:pt x="10775" y="57341"/>
                  <a:pt x="9507" y="55407"/>
                  <a:pt x="7939" y="53605"/>
                </a:cubicBezTo>
                <a:cubicBezTo>
                  <a:pt x="6038" y="51504"/>
                  <a:pt x="3870" y="49702"/>
                  <a:pt x="2369" y="47267"/>
                </a:cubicBezTo>
                <a:cubicBezTo>
                  <a:pt x="701" y="44599"/>
                  <a:pt x="968" y="41430"/>
                  <a:pt x="2602" y="38861"/>
                </a:cubicBezTo>
                <a:cubicBezTo>
                  <a:pt x="4771" y="35426"/>
                  <a:pt x="9040" y="35225"/>
                  <a:pt x="12643" y="35993"/>
                </a:cubicBezTo>
                <a:cubicBezTo>
                  <a:pt x="18147" y="37160"/>
                  <a:pt x="22717" y="40429"/>
                  <a:pt x="28554" y="39328"/>
                </a:cubicBezTo>
                <a:cubicBezTo>
                  <a:pt x="33491" y="38394"/>
                  <a:pt x="37527" y="34592"/>
                  <a:pt x="40596" y="30922"/>
                </a:cubicBezTo>
                <a:cubicBezTo>
                  <a:pt x="43965" y="26853"/>
                  <a:pt x="46167" y="22383"/>
                  <a:pt x="47468" y="17246"/>
                </a:cubicBezTo>
                <a:cubicBezTo>
                  <a:pt x="48769" y="12075"/>
                  <a:pt x="49836" y="6405"/>
                  <a:pt x="54806" y="3503"/>
                </a:cubicBezTo>
                <a:cubicBezTo>
                  <a:pt x="60710" y="0"/>
                  <a:pt x="68049" y="3136"/>
                  <a:pt x="73453" y="6071"/>
                </a:cubicBezTo>
                <a:cubicBezTo>
                  <a:pt x="74320" y="6538"/>
                  <a:pt x="75154" y="7039"/>
                  <a:pt x="75988" y="7539"/>
                </a:cubicBezTo>
                <a:cubicBezTo>
                  <a:pt x="76388" y="7706"/>
                  <a:pt x="76689" y="7172"/>
                  <a:pt x="76355" y="697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1597000" y="1369050"/>
            <a:ext cx="5115900" cy="1917600"/>
          </a:xfrm>
          <a:prstGeom prst="rect">
            <a:avLst/>
          </a:prstGeom>
        </p:spPr>
        <p:txBody>
          <a:bodyPr spcFirstLastPara="1" wrap="square" lIns="0" tIns="0" rIns="0" bIns="0" anchor="t" anchorCtr="0">
            <a:noAutofit/>
          </a:bodyPr>
          <a:lstStyle>
            <a:lvl1pPr marL="0" marR="0" lvl="0" indent="0" algn="l" rtl="0">
              <a:lnSpc>
                <a:spcPct val="90000"/>
              </a:lnSpc>
              <a:spcBef>
                <a:spcPts val="0"/>
              </a:spcBef>
              <a:spcAft>
                <a:spcPts val="0"/>
              </a:spcAft>
              <a:buSzPts val="5200"/>
              <a:buFont typeface="Commissioner"/>
              <a:buNone/>
              <a:defRPr sz="5000">
                <a:latin typeface="Commissioner ExtraBold"/>
                <a:ea typeface="Commissioner ExtraBold"/>
                <a:cs typeface="Commissioner ExtraBold"/>
                <a:sym typeface="Commissioner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8" name="Google Shape;18;p2"/>
          <p:cNvSpPr txBox="1">
            <a:spLocks noGrp="1"/>
          </p:cNvSpPr>
          <p:nvPr>
            <p:ph type="subTitle" idx="1"/>
          </p:nvPr>
        </p:nvSpPr>
        <p:spPr>
          <a:xfrm>
            <a:off x="1762900" y="3607600"/>
            <a:ext cx="3563100" cy="2949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p:nvPr/>
        </p:nvSpPr>
        <p:spPr>
          <a:xfrm flipH="1">
            <a:off x="-2339200" y="-202835"/>
            <a:ext cx="3678948" cy="2369960"/>
          </a:xfrm>
          <a:custGeom>
            <a:avLst/>
            <a:gdLst/>
            <a:ahLst/>
            <a:cxnLst/>
            <a:rect l="l" t="t" r="r" b="b"/>
            <a:pathLst>
              <a:path w="98138" h="63220" extrusionOk="0">
                <a:moveTo>
                  <a:pt x="2536" y="0"/>
                </a:moveTo>
                <a:cubicBezTo>
                  <a:pt x="768" y="2535"/>
                  <a:pt x="1" y="5704"/>
                  <a:pt x="535" y="8740"/>
                </a:cubicBezTo>
                <a:cubicBezTo>
                  <a:pt x="2036" y="17146"/>
                  <a:pt x="12410" y="20982"/>
                  <a:pt x="15879" y="28721"/>
                </a:cubicBezTo>
                <a:cubicBezTo>
                  <a:pt x="17914" y="33257"/>
                  <a:pt x="17280" y="38561"/>
                  <a:pt x="16513" y="43465"/>
                </a:cubicBezTo>
                <a:cubicBezTo>
                  <a:pt x="16079" y="46100"/>
                  <a:pt x="15612" y="48869"/>
                  <a:pt x="16446" y="51437"/>
                </a:cubicBezTo>
                <a:cubicBezTo>
                  <a:pt x="17046" y="53238"/>
                  <a:pt x="18181" y="54739"/>
                  <a:pt x="19448" y="56107"/>
                </a:cubicBezTo>
                <a:cubicBezTo>
                  <a:pt x="23932" y="60782"/>
                  <a:pt x="30436" y="63219"/>
                  <a:pt x="36910" y="63219"/>
                </a:cubicBezTo>
                <a:cubicBezTo>
                  <a:pt x="41754" y="63219"/>
                  <a:pt x="46583" y="61855"/>
                  <a:pt x="50537" y="59042"/>
                </a:cubicBezTo>
                <a:cubicBezTo>
                  <a:pt x="56375" y="54873"/>
                  <a:pt x="60044" y="48301"/>
                  <a:pt x="65548" y="43732"/>
                </a:cubicBezTo>
                <a:cubicBezTo>
                  <a:pt x="70526" y="39593"/>
                  <a:pt x="76988" y="37341"/>
                  <a:pt x="83454" y="37341"/>
                </a:cubicBezTo>
                <a:cubicBezTo>
                  <a:pt x="84180" y="37341"/>
                  <a:pt x="84905" y="37370"/>
                  <a:pt x="85629" y="37427"/>
                </a:cubicBezTo>
                <a:cubicBezTo>
                  <a:pt x="89591" y="37744"/>
                  <a:pt x="93614" y="38905"/>
                  <a:pt x="97525" y="38905"/>
                </a:cubicBezTo>
                <a:cubicBezTo>
                  <a:pt x="97730" y="38905"/>
                  <a:pt x="97934" y="38901"/>
                  <a:pt x="98138" y="38895"/>
                </a:cubicBezTo>
                <a:lnTo>
                  <a:pt x="981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7277150" y="2601950"/>
            <a:ext cx="2933467" cy="2884739"/>
          </a:xfrm>
          <a:custGeom>
            <a:avLst/>
            <a:gdLst/>
            <a:ahLst/>
            <a:cxnLst/>
            <a:rect l="l" t="t" r="r" b="b"/>
            <a:pathLst>
              <a:path w="28054" h="27588" extrusionOk="0">
                <a:moveTo>
                  <a:pt x="20915" y="1969"/>
                </a:moveTo>
                <a:cubicBezTo>
                  <a:pt x="20548" y="1635"/>
                  <a:pt x="20114" y="1302"/>
                  <a:pt x="19647" y="1035"/>
                </a:cubicBezTo>
                <a:cubicBezTo>
                  <a:pt x="17779" y="1"/>
                  <a:pt x="15244" y="168"/>
                  <a:pt x="13576" y="1535"/>
                </a:cubicBezTo>
                <a:cubicBezTo>
                  <a:pt x="11608" y="3070"/>
                  <a:pt x="10608" y="5805"/>
                  <a:pt x="9707" y="8040"/>
                </a:cubicBezTo>
                <a:cubicBezTo>
                  <a:pt x="9640" y="8173"/>
                  <a:pt x="9607" y="8240"/>
                  <a:pt x="9574" y="8374"/>
                </a:cubicBezTo>
                <a:cubicBezTo>
                  <a:pt x="8573" y="10809"/>
                  <a:pt x="7305" y="12043"/>
                  <a:pt x="4970" y="13411"/>
                </a:cubicBezTo>
                <a:cubicBezTo>
                  <a:pt x="4136" y="13911"/>
                  <a:pt x="3236" y="14411"/>
                  <a:pt x="2569" y="15145"/>
                </a:cubicBezTo>
                <a:cubicBezTo>
                  <a:pt x="0" y="17714"/>
                  <a:pt x="934" y="22417"/>
                  <a:pt x="3769" y="24685"/>
                </a:cubicBezTo>
                <a:cubicBezTo>
                  <a:pt x="7439" y="27587"/>
                  <a:pt x="12876" y="26853"/>
                  <a:pt x="17179" y="25019"/>
                </a:cubicBezTo>
                <a:cubicBezTo>
                  <a:pt x="17980" y="24685"/>
                  <a:pt x="18747" y="24318"/>
                  <a:pt x="19481" y="23885"/>
                </a:cubicBezTo>
                <a:cubicBezTo>
                  <a:pt x="21182" y="22917"/>
                  <a:pt x="22783" y="21750"/>
                  <a:pt x="23984" y="20215"/>
                </a:cubicBezTo>
                <a:cubicBezTo>
                  <a:pt x="28053" y="14978"/>
                  <a:pt x="25652" y="6072"/>
                  <a:pt x="20915" y="196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7158125" y="-793875"/>
            <a:ext cx="3075550" cy="1928900"/>
          </a:xfrm>
          <a:custGeom>
            <a:avLst/>
            <a:gdLst/>
            <a:ahLst/>
            <a:cxnLst/>
            <a:rect l="l" t="t" r="r" b="b"/>
            <a:pathLst>
              <a:path w="123022" h="77156" extrusionOk="0">
                <a:moveTo>
                  <a:pt x="5338" y="334"/>
                </a:moveTo>
                <a:cubicBezTo>
                  <a:pt x="0" y="9707"/>
                  <a:pt x="4504" y="20548"/>
                  <a:pt x="12242" y="26986"/>
                </a:cubicBezTo>
                <a:cubicBezTo>
                  <a:pt x="16345" y="30355"/>
                  <a:pt x="21582" y="31990"/>
                  <a:pt x="25519" y="35626"/>
                </a:cubicBezTo>
                <a:cubicBezTo>
                  <a:pt x="30622" y="40363"/>
                  <a:pt x="29121" y="47801"/>
                  <a:pt x="27754" y="53806"/>
                </a:cubicBezTo>
                <a:cubicBezTo>
                  <a:pt x="26586" y="58876"/>
                  <a:pt x="25585" y="64380"/>
                  <a:pt x="28521" y="69083"/>
                </a:cubicBezTo>
                <a:cubicBezTo>
                  <a:pt x="31089" y="73253"/>
                  <a:pt x="36526" y="75421"/>
                  <a:pt x="41130" y="76088"/>
                </a:cubicBezTo>
                <a:cubicBezTo>
                  <a:pt x="46600" y="76889"/>
                  <a:pt x="51537" y="74254"/>
                  <a:pt x="55907" y="71351"/>
                </a:cubicBezTo>
                <a:cubicBezTo>
                  <a:pt x="60977" y="67982"/>
                  <a:pt x="65614" y="63913"/>
                  <a:pt x="71451" y="61845"/>
                </a:cubicBezTo>
                <a:cubicBezTo>
                  <a:pt x="76121" y="60177"/>
                  <a:pt x="81225" y="60143"/>
                  <a:pt x="86095" y="60577"/>
                </a:cubicBezTo>
                <a:cubicBezTo>
                  <a:pt x="91466" y="61077"/>
                  <a:pt x="97103" y="62145"/>
                  <a:pt x="102007" y="64413"/>
                </a:cubicBezTo>
                <a:cubicBezTo>
                  <a:pt x="109412" y="67849"/>
                  <a:pt x="114315" y="75221"/>
                  <a:pt x="122488" y="77056"/>
                </a:cubicBezTo>
                <a:cubicBezTo>
                  <a:pt x="122855" y="77156"/>
                  <a:pt x="123022" y="76555"/>
                  <a:pt x="122655" y="76488"/>
                </a:cubicBezTo>
                <a:cubicBezTo>
                  <a:pt x="117184" y="75254"/>
                  <a:pt x="113014" y="71418"/>
                  <a:pt x="108745" y="68082"/>
                </a:cubicBezTo>
                <a:cubicBezTo>
                  <a:pt x="104342" y="64680"/>
                  <a:pt x="99772" y="62545"/>
                  <a:pt x="94334" y="61344"/>
                </a:cubicBezTo>
                <a:cubicBezTo>
                  <a:pt x="88497" y="60043"/>
                  <a:pt x="82393" y="59343"/>
                  <a:pt x="76422" y="60077"/>
                </a:cubicBezTo>
                <a:cubicBezTo>
                  <a:pt x="70751" y="60811"/>
                  <a:pt x="65947" y="63546"/>
                  <a:pt x="61378" y="66748"/>
                </a:cubicBezTo>
                <a:cubicBezTo>
                  <a:pt x="56441" y="70217"/>
                  <a:pt x="51571" y="74354"/>
                  <a:pt x="45466" y="75488"/>
                </a:cubicBezTo>
                <a:cubicBezTo>
                  <a:pt x="39295" y="76655"/>
                  <a:pt x="31423" y="73320"/>
                  <a:pt x="28421" y="67716"/>
                </a:cubicBezTo>
                <a:cubicBezTo>
                  <a:pt x="25252" y="61811"/>
                  <a:pt x="28621" y="54239"/>
                  <a:pt x="29521" y="48168"/>
                </a:cubicBezTo>
                <a:cubicBezTo>
                  <a:pt x="30189" y="43398"/>
                  <a:pt x="29388" y="38695"/>
                  <a:pt x="25919" y="35192"/>
                </a:cubicBezTo>
                <a:cubicBezTo>
                  <a:pt x="23717" y="32991"/>
                  <a:pt x="20749" y="31556"/>
                  <a:pt x="18047" y="30122"/>
                </a:cubicBezTo>
                <a:cubicBezTo>
                  <a:pt x="14778" y="28321"/>
                  <a:pt x="11842" y="26152"/>
                  <a:pt x="9340" y="23384"/>
                </a:cubicBezTo>
                <a:cubicBezTo>
                  <a:pt x="3736" y="17313"/>
                  <a:pt x="1602" y="8106"/>
                  <a:pt x="5871" y="701"/>
                </a:cubicBezTo>
                <a:cubicBezTo>
                  <a:pt x="6071" y="301"/>
                  <a:pt x="5538" y="0"/>
                  <a:pt x="5338" y="3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1020206" y="1932275"/>
            <a:ext cx="5107800" cy="1312800"/>
          </a:xfrm>
          <a:prstGeom prst="rect">
            <a:avLst/>
          </a:prstGeom>
        </p:spPr>
        <p:txBody>
          <a:bodyPr spcFirstLastPara="1" wrap="square" lIns="0" tIns="0" rIns="0" bIns="0" anchor="ctr" anchorCtr="0">
            <a:noAutofit/>
          </a:bodyPr>
          <a:lstStyle>
            <a:lvl1pPr lvl="0">
              <a:lnSpc>
                <a:spcPct val="80000"/>
              </a:lnSpc>
              <a:spcBef>
                <a:spcPts val="0"/>
              </a:spcBef>
              <a:spcAft>
                <a:spcPts val="0"/>
              </a:spcAft>
              <a:buSzPts val="3600"/>
              <a:buNone/>
              <a:defRPr sz="4600" b="1">
                <a:solidFill>
                  <a:schemeClr val="lt2"/>
                </a:solidFill>
                <a:latin typeface="Syne"/>
                <a:ea typeface="Syne"/>
                <a:cs typeface="Syne"/>
                <a:sym typeface="Sy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subTitle" idx="1"/>
          </p:nvPr>
        </p:nvSpPr>
        <p:spPr>
          <a:xfrm>
            <a:off x="1018406" y="3408100"/>
            <a:ext cx="5111400" cy="2949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5" name="Google Shape;25;p3"/>
          <p:cNvSpPr txBox="1">
            <a:spLocks noGrp="1"/>
          </p:cNvSpPr>
          <p:nvPr>
            <p:ph type="title" idx="2" hasCustomPrompt="1"/>
          </p:nvPr>
        </p:nvSpPr>
        <p:spPr>
          <a:xfrm>
            <a:off x="6004594" y="1530150"/>
            <a:ext cx="2121000" cy="1963500"/>
          </a:xfrm>
          <a:prstGeom prst="rect">
            <a:avLst/>
          </a:prstGeom>
        </p:spPr>
        <p:txBody>
          <a:bodyPr spcFirstLastPara="1" wrap="square" lIns="0" tIns="0" rIns="0" bIns="0" anchor="b" anchorCtr="0">
            <a:noAutofit/>
          </a:bodyPr>
          <a:lstStyle>
            <a:lvl1pPr lvl="0" algn="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76"/>
        <p:cNvGrpSpPr/>
        <p:nvPr/>
      </p:nvGrpSpPr>
      <p:grpSpPr>
        <a:xfrm>
          <a:off x="0" y="0"/>
          <a:ext cx="0" cy="0"/>
          <a:chOff x="0" y="0"/>
          <a:chExt cx="0" cy="0"/>
        </a:xfrm>
      </p:grpSpPr>
      <p:sp>
        <p:nvSpPr>
          <p:cNvPr id="77" name="Google Shape;77;p13"/>
          <p:cNvSpPr/>
          <p:nvPr/>
        </p:nvSpPr>
        <p:spPr>
          <a:xfrm>
            <a:off x="7916175" y="4193400"/>
            <a:ext cx="1538510" cy="1000431"/>
          </a:xfrm>
          <a:custGeom>
            <a:avLst/>
            <a:gdLst/>
            <a:ahLst/>
            <a:cxnLst/>
            <a:rect l="l" t="t" r="r" b="b"/>
            <a:pathLst>
              <a:path w="27509" h="17888" extrusionOk="0">
                <a:moveTo>
                  <a:pt x="18162" y="0"/>
                </a:moveTo>
                <a:cubicBezTo>
                  <a:pt x="18036" y="0"/>
                  <a:pt x="17908" y="3"/>
                  <a:pt x="17780" y="8"/>
                </a:cubicBezTo>
                <a:cubicBezTo>
                  <a:pt x="15078" y="74"/>
                  <a:pt x="12443" y="1209"/>
                  <a:pt x="10174" y="2710"/>
                </a:cubicBezTo>
                <a:cubicBezTo>
                  <a:pt x="4971" y="6112"/>
                  <a:pt x="1301" y="11749"/>
                  <a:pt x="1" y="17887"/>
                </a:cubicBezTo>
                <a:lnTo>
                  <a:pt x="23818" y="17887"/>
                </a:lnTo>
                <a:cubicBezTo>
                  <a:pt x="25586" y="15619"/>
                  <a:pt x="26786" y="13150"/>
                  <a:pt x="26987" y="10782"/>
                </a:cubicBezTo>
                <a:cubicBezTo>
                  <a:pt x="27509" y="5200"/>
                  <a:pt x="23973" y="0"/>
                  <a:pt x="181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rot="5400000">
            <a:off x="213009" y="3380700"/>
            <a:ext cx="1000431" cy="2971193"/>
          </a:xfrm>
          <a:custGeom>
            <a:avLst/>
            <a:gdLst/>
            <a:ahLst/>
            <a:cxnLst/>
            <a:rect l="l" t="t" r="r" b="b"/>
            <a:pathLst>
              <a:path w="8941" h="26554" extrusionOk="0">
                <a:moveTo>
                  <a:pt x="4437" y="535"/>
                </a:moveTo>
                <a:cubicBezTo>
                  <a:pt x="2269" y="1335"/>
                  <a:pt x="701" y="3570"/>
                  <a:pt x="334" y="5938"/>
                </a:cubicBezTo>
                <a:cubicBezTo>
                  <a:pt x="0" y="8340"/>
                  <a:pt x="834" y="10775"/>
                  <a:pt x="2402" y="12510"/>
                </a:cubicBezTo>
                <a:cubicBezTo>
                  <a:pt x="3469" y="13711"/>
                  <a:pt x="4870" y="14611"/>
                  <a:pt x="5571" y="16079"/>
                </a:cubicBezTo>
                <a:cubicBezTo>
                  <a:pt x="6538" y="18181"/>
                  <a:pt x="5804" y="20682"/>
                  <a:pt x="5237" y="22917"/>
                </a:cubicBezTo>
                <a:cubicBezTo>
                  <a:pt x="4937" y="24085"/>
                  <a:pt x="4670" y="25352"/>
                  <a:pt x="4670" y="26553"/>
                </a:cubicBezTo>
                <a:lnTo>
                  <a:pt x="8940" y="26553"/>
                </a:lnTo>
                <a:lnTo>
                  <a:pt x="8940" y="434"/>
                </a:lnTo>
                <a:cubicBezTo>
                  <a:pt x="7406" y="68"/>
                  <a:pt x="5871" y="1"/>
                  <a:pt x="4437" y="53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p:nvPr/>
        </p:nvSpPr>
        <p:spPr>
          <a:xfrm>
            <a:off x="-681475" y="-849132"/>
            <a:ext cx="2789405" cy="2016024"/>
          </a:xfrm>
          <a:custGeom>
            <a:avLst/>
            <a:gdLst/>
            <a:ahLst/>
            <a:cxnLst/>
            <a:rect l="l" t="t" r="r" b="b"/>
            <a:pathLst>
              <a:path w="37294" h="26954" extrusionOk="0">
                <a:moveTo>
                  <a:pt x="37060" y="8807"/>
                </a:moveTo>
                <a:cubicBezTo>
                  <a:pt x="36994" y="7840"/>
                  <a:pt x="36727" y="6872"/>
                  <a:pt x="36193" y="6138"/>
                </a:cubicBezTo>
                <a:cubicBezTo>
                  <a:pt x="32390" y="668"/>
                  <a:pt x="24718" y="7406"/>
                  <a:pt x="20282" y="3303"/>
                </a:cubicBezTo>
                <a:cubicBezTo>
                  <a:pt x="18180" y="1268"/>
                  <a:pt x="17546" y="1"/>
                  <a:pt x="14111" y="1068"/>
                </a:cubicBezTo>
                <a:cubicBezTo>
                  <a:pt x="11342" y="1902"/>
                  <a:pt x="8940" y="4270"/>
                  <a:pt x="8507" y="7206"/>
                </a:cubicBezTo>
                <a:cubicBezTo>
                  <a:pt x="8240" y="8707"/>
                  <a:pt x="8507" y="10275"/>
                  <a:pt x="8407" y="11842"/>
                </a:cubicBezTo>
                <a:cubicBezTo>
                  <a:pt x="8373" y="12743"/>
                  <a:pt x="8206" y="13644"/>
                  <a:pt x="7706" y="14411"/>
                </a:cubicBezTo>
                <a:cubicBezTo>
                  <a:pt x="6272" y="16813"/>
                  <a:pt x="2836" y="17280"/>
                  <a:pt x="1435" y="19715"/>
                </a:cubicBezTo>
                <a:cubicBezTo>
                  <a:pt x="1" y="22350"/>
                  <a:pt x="2269" y="25986"/>
                  <a:pt x="5238" y="26453"/>
                </a:cubicBezTo>
                <a:cubicBezTo>
                  <a:pt x="8206" y="26953"/>
                  <a:pt x="11209" y="25085"/>
                  <a:pt x="12876" y="22550"/>
                </a:cubicBezTo>
                <a:cubicBezTo>
                  <a:pt x="13911" y="20916"/>
                  <a:pt x="14611" y="19048"/>
                  <a:pt x="16045" y="17747"/>
                </a:cubicBezTo>
                <a:cubicBezTo>
                  <a:pt x="17880" y="16145"/>
                  <a:pt x="20482" y="15912"/>
                  <a:pt x="22984" y="16145"/>
                </a:cubicBezTo>
                <a:cubicBezTo>
                  <a:pt x="23351" y="16179"/>
                  <a:pt x="23684" y="16212"/>
                  <a:pt x="24051" y="16246"/>
                </a:cubicBezTo>
                <a:cubicBezTo>
                  <a:pt x="26853" y="16579"/>
                  <a:pt x="29722" y="17146"/>
                  <a:pt x="32357" y="16145"/>
                </a:cubicBezTo>
                <a:cubicBezTo>
                  <a:pt x="35326" y="15011"/>
                  <a:pt x="37294" y="11876"/>
                  <a:pt x="37060" y="880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3"/>
          <p:cNvSpPr/>
          <p:nvPr/>
        </p:nvSpPr>
        <p:spPr>
          <a:xfrm>
            <a:off x="7377925" y="3965475"/>
            <a:ext cx="1917225" cy="1847175"/>
          </a:xfrm>
          <a:custGeom>
            <a:avLst/>
            <a:gdLst/>
            <a:ahLst/>
            <a:cxnLst/>
            <a:rect l="l" t="t" r="r" b="b"/>
            <a:pathLst>
              <a:path w="76689" h="73887" extrusionOk="0">
                <a:moveTo>
                  <a:pt x="76355" y="6972"/>
                </a:moveTo>
                <a:cubicBezTo>
                  <a:pt x="71552" y="4170"/>
                  <a:pt x="66648" y="1468"/>
                  <a:pt x="60977" y="1368"/>
                </a:cubicBezTo>
                <a:cubicBezTo>
                  <a:pt x="56341" y="1301"/>
                  <a:pt x="52304" y="3603"/>
                  <a:pt x="49969" y="7606"/>
                </a:cubicBezTo>
                <a:cubicBezTo>
                  <a:pt x="47601" y="11675"/>
                  <a:pt x="47201" y="16645"/>
                  <a:pt x="45700" y="21049"/>
                </a:cubicBezTo>
                <a:cubicBezTo>
                  <a:pt x="43798" y="26786"/>
                  <a:pt x="39429" y="32290"/>
                  <a:pt x="34592" y="35859"/>
                </a:cubicBezTo>
                <a:cubicBezTo>
                  <a:pt x="32257" y="37560"/>
                  <a:pt x="29522" y="38695"/>
                  <a:pt x="26653" y="38961"/>
                </a:cubicBezTo>
                <a:cubicBezTo>
                  <a:pt x="23284" y="39228"/>
                  <a:pt x="19981" y="37827"/>
                  <a:pt x="16946" y="36660"/>
                </a:cubicBezTo>
                <a:cubicBezTo>
                  <a:pt x="12476" y="34925"/>
                  <a:pt x="7239" y="33691"/>
                  <a:pt x="3269" y="37160"/>
                </a:cubicBezTo>
                <a:cubicBezTo>
                  <a:pt x="0" y="40029"/>
                  <a:pt x="101" y="44665"/>
                  <a:pt x="2169" y="48068"/>
                </a:cubicBezTo>
                <a:cubicBezTo>
                  <a:pt x="3336" y="50003"/>
                  <a:pt x="5104" y="51537"/>
                  <a:pt x="6639" y="53172"/>
                </a:cubicBezTo>
                <a:cubicBezTo>
                  <a:pt x="8840" y="55440"/>
                  <a:pt x="10508" y="57942"/>
                  <a:pt x="11575" y="60944"/>
                </a:cubicBezTo>
                <a:cubicBezTo>
                  <a:pt x="12943" y="64947"/>
                  <a:pt x="12843" y="69350"/>
                  <a:pt x="11575" y="73353"/>
                </a:cubicBezTo>
                <a:cubicBezTo>
                  <a:pt x="11442" y="73720"/>
                  <a:pt x="12009" y="73886"/>
                  <a:pt x="12142" y="73519"/>
                </a:cubicBezTo>
                <a:cubicBezTo>
                  <a:pt x="13644" y="69016"/>
                  <a:pt x="13543" y="63913"/>
                  <a:pt x="11675" y="59543"/>
                </a:cubicBezTo>
                <a:cubicBezTo>
                  <a:pt x="10775" y="57341"/>
                  <a:pt x="9507" y="55407"/>
                  <a:pt x="7939" y="53605"/>
                </a:cubicBezTo>
                <a:cubicBezTo>
                  <a:pt x="6038" y="51504"/>
                  <a:pt x="3870" y="49702"/>
                  <a:pt x="2369" y="47267"/>
                </a:cubicBezTo>
                <a:cubicBezTo>
                  <a:pt x="701" y="44599"/>
                  <a:pt x="968" y="41430"/>
                  <a:pt x="2602" y="38861"/>
                </a:cubicBezTo>
                <a:cubicBezTo>
                  <a:pt x="4771" y="35426"/>
                  <a:pt x="9040" y="35225"/>
                  <a:pt x="12643" y="35993"/>
                </a:cubicBezTo>
                <a:cubicBezTo>
                  <a:pt x="18147" y="37160"/>
                  <a:pt x="22717" y="40429"/>
                  <a:pt x="28554" y="39328"/>
                </a:cubicBezTo>
                <a:cubicBezTo>
                  <a:pt x="33491" y="38394"/>
                  <a:pt x="37527" y="34592"/>
                  <a:pt x="40596" y="30922"/>
                </a:cubicBezTo>
                <a:cubicBezTo>
                  <a:pt x="43965" y="26853"/>
                  <a:pt x="46167" y="22383"/>
                  <a:pt x="47468" y="17246"/>
                </a:cubicBezTo>
                <a:cubicBezTo>
                  <a:pt x="48769" y="12075"/>
                  <a:pt x="49836" y="6405"/>
                  <a:pt x="54806" y="3503"/>
                </a:cubicBezTo>
                <a:cubicBezTo>
                  <a:pt x="60710" y="0"/>
                  <a:pt x="68049" y="3136"/>
                  <a:pt x="73453" y="6071"/>
                </a:cubicBezTo>
                <a:cubicBezTo>
                  <a:pt x="74320" y="6538"/>
                  <a:pt x="75154" y="7039"/>
                  <a:pt x="75988" y="7539"/>
                </a:cubicBezTo>
                <a:cubicBezTo>
                  <a:pt x="76388" y="7706"/>
                  <a:pt x="76689" y="7172"/>
                  <a:pt x="76355" y="69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txBox="1">
            <a:spLocks noGrp="1"/>
          </p:cNvSpPr>
          <p:nvPr>
            <p:ph type="title"/>
          </p:nvPr>
        </p:nvSpPr>
        <p:spPr>
          <a:xfrm>
            <a:off x="713250" y="469500"/>
            <a:ext cx="7717500" cy="453900"/>
          </a:xfrm>
          <a:prstGeom prst="rect">
            <a:avLst/>
          </a:prstGeom>
        </p:spPr>
        <p:txBody>
          <a:bodyPr spcFirstLastPara="1" wrap="square" lIns="0" tIns="0" rIns="0" bIns="0" anchor="t" anchorCtr="0">
            <a:noAutofit/>
          </a:bodyPr>
          <a:lstStyle>
            <a:lvl1pPr lvl="0" algn="ctr" rtl="0">
              <a:spcBef>
                <a:spcPts val="0"/>
              </a:spcBef>
              <a:spcAft>
                <a:spcPts val="0"/>
              </a:spcAft>
              <a:buSzPts val="2800"/>
              <a:buNone/>
              <a:defRPr sz="3100">
                <a:latin typeface="Commissioner ExtraBold"/>
                <a:ea typeface="Commissioner ExtraBold"/>
                <a:cs typeface="Commissioner ExtraBold"/>
                <a:sym typeface="Commission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2" name="Google Shape;82;p13"/>
          <p:cNvSpPr txBox="1">
            <a:spLocks noGrp="1"/>
          </p:cNvSpPr>
          <p:nvPr>
            <p:ph type="title" idx="2"/>
          </p:nvPr>
        </p:nvSpPr>
        <p:spPr>
          <a:xfrm>
            <a:off x="1698000" y="1607750"/>
            <a:ext cx="2741700" cy="539400"/>
          </a:xfrm>
          <a:prstGeom prst="rect">
            <a:avLst/>
          </a:prstGeom>
        </p:spPr>
        <p:txBody>
          <a:bodyPr spcFirstLastPara="1" wrap="square" lIns="0" tIns="0" rIns="0" bIns="0" anchor="ctr" anchorCtr="0">
            <a:noAutofit/>
          </a:bodyPr>
          <a:lstStyle>
            <a:lvl1pPr lvl="0" rtl="0">
              <a:lnSpc>
                <a:spcPct val="80000"/>
              </a:lnSpc>
              <a:spcBef>
                <a:spcPts val="0"/>
              </a:spcBef>
              <a:spcAft>
                <a:spcPts val="0"/>
              </a:spcAft>
              <a:buSzPts val="2800"/>
              <a:buNone/>
              <a:defRPr sz="2000" b="1">
                <a:solidFill>
                  <a:schemeClr val="lt2"/>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3" name="Google Shape;83;p13"/>
          <p:cNvSpPr txBox="1">
            <a:spLocks noGrp="1"/>
          </p:cNvSpPr>
          <p:nvPr>
            <p:ph type="subTitle" idx="1"/>
          </p:nvPr>
        </p:nvSpPr>
        <p:spPr>
          <a:xfrm>
            <a:off x="1698900" y="2304824"/>
            <a:ext cx="2739900" cy="5082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84" name="Google Shape;84;p13"/>
          <p:cNvSpPr txBox="1">
            <a:spLocks noGrp="1"/>
          </p:cNvSpPr>
          <p:nvPr>
            <p:ph type="title" idx="3" hasCustomPrompt="1"/>
          </p:nvPr>
        </p:nvSpPr>
        <p:spPr>
          <a:xfrm>
            <a:off x="815358" y="1647350"/>
            <a:ext cx="678900" cy="699600"/>
          </a:xfrm>
          <a:prstGeom prst="rect">
            <a:avLst/>
          </a:prstGeom>
        </p:spPr>
        <p:txBody>
          <a:bodyPr spcFirstLastPara="1" wrap="square" lIns="0" tIns="0" rIns="0" bIns="0" anchor="ctr" anchorCtr="0">
            <a:noAutofit/>
          </a:bodyPr>
          <a:lstStyle>
            <a:lvl1pPr lvl="0" rtl="0">
              <a:spcBef>
                <a:spcPts val="0"/>
              </a:spcBef>
              <a:spcAft>
                <a:spcPts val="0"/>
              </a:spcAft>
              <a:buSzPts val="4000"/>
              <a:buNone/>
              <a:defRPr sz="3000">
                <a:solidFill>
                  <a:schemeClr val="lt1"/>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85" name="Google Shape;85;p13"/>
          <p:cNvSpPr txBox="1">
            <a:spLocks noGrp="1"/>
          </p:cNvSpPr>
          <p:nvPr>
            <p:ph type="title" idx="4"/>
          </p:nvPr>
        </p:nvSpPr>
        <p:spPr>
          <a:xfrm>
            <a:off x="1671845" y="3152150"/>
            <a:ext cx="2741700" cy="539400"/>
          </a:xfrm>
          <a:prstGeom prst="rect">
            <a:avLst/>
          </a:prstGeom>
        </p:spPr>
        <p:txBody>
          <a:bodyPr spcFirstLastPara="1" wrap="square" lIns="0" tIns="0" rIns="0" bIns="0" anchor="ctr" anchorCtr="0">
            <a:noAutofit/>
          </a:bodyPr>
          <a:lstStyle>
            <a:lvl1pPr lvl="0" rtl="0">
              <a:lnSpc>
                <a:spcPct val="80000"/>
              </a:lnSpc>
              <a:spcBef>
                <a:spcPts val="0"/>
              </a:spcBef>
              <a:spcAft>
                <a:spcPts val="0"/>
              </a:spcAft>
              <a:buSzPts val="2800"/>
              <a:buNone/>
              <a:defRPr sz="2000" b="1">
                <a:solidFill>
                  <a:schemeClr val="lt2"/>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3"/>
          <p:cNvSpPr txBox="1">
            <a:spLocks noGrp="1"/>
          </p:cNvSpPr>
          <p:nvPr>
            <p:ph type="subTitle" idx="5"/>
          </p:nvPr>
        </p:nvSpPr>
        <p:spPr>
          <a:xfrm>
            <a:off x="1672746" y="3848766"/>
            <a:ext cx="2739900" cy="5082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87" name="Google Shape;87;p13"/>
          <p:cNvSpPr txBox="1">
            <a:spLocks noGrp="1"/>
          </p:cNvSpPr>
          <p:nvPr>
            <p:ph type="title" idx="6" hasCustomPrompt="1"/>
          </p:nvPr>
        </p:nvSpPr>
        <p:spPr>
          <a:xfrm>
            <a:off x="813816" y="3172850"/>
            <a:ext cx="678900" cy="699600"/>
          </a:xfrm>
          <a:prstGeom prst="rect">
            <a:avLst/>
          </a:prstGeom>
        </p:spPr>
        <p:txBody>
          <a:bodyPr spcFirstLastPara="1" wrap="square" lIns="0" tIns="0" rIns="0" bIns="0" anchor="ctr" anchorCtr="0">
            <a:noAutofit/>
          </a:bodyPr>
          <a:lstStyle>
            <a:lvl1pPr lvl="0" rtl="0">
              <a:spcBef>
                <a:spcPts val="0"/>
              </a:spcBef>
              <a:spcAft>
                <a:spcPts val="0"/>
              </a:spcAft>
              <a:buSzPts val="4000"/>
              <a:buNone/>
              <a:defRPr sz="3000">
                <a:solidFill>
                  <a:schemeClr val="lt1"/>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88" name="Google Shape;88;p13"/>
          <p:cNvSpPr txBox="1">
            <a:spLocks noGrp="1"/>
          </p:cNvSpPr>
          <p:nvPr>
            <p:ph type="title" idx="7"/>
          </p:nvPr>
        </p:nvSpPr>
        <p:spPr>
          <a:xfrm>
            <a:off x="5685076" y="1626650"/>
            <a:ext cx="2745600" cy="539400"/>
          </a:xfrm>
          <a:prstGeom prst="rect">
            <a:avLst/>
          </a:prstGeom>
        </p:spPr>
        <p:txBody>
          <a:bodyPr spcFirstLastPara="1" wrap="square" lIns="0" tIns="0" rIns="0" bIns="0" anchor="ctr" anchorCtr="0">
            <a:noAutofit/>
          </a:bodyPr>
          <a:lstStyle>
            <a:lvl1pPr marR="457200" lvl="0" rtl="0">
              <a:lnSpc>
                <a:spcPct val="80000"/>
              </a:lnSpc>
              <a:spcBef>
                <a:spcPts val="0"/>
              </a:spcBef>
              <a:spcAft>
                <a:spcPts val="0"/>
              </a:spcAft>
              <a:buSzPts val="2800"/>
              <a:buNone/>
              <a:defRPr sz="2000" b="1">
                <a:solidFill>
                  <a:schemeClr val="lt2"/>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9" name="Google Shape;89;p13"/>
          <p:cNvSpPr txBox="1">
            <a:spLocks noGrp="1"/>
          </p:cNvSpPr>
          <p:nvPr>
            <p:ph type="subTitle" idx="8"/>
          </p:nvPr>
        </p:nvSpPr>
        <p:spPr>
          <a:xfrm>
            <a:off x="5685928" y="2304288"/>
            <a:ext cx="2744100" cy="5082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90" name="Google Shape;90;p13"/>
          <p:cNvSpPr txBox="1">
            <a:spLocks noGrp="1"/>
          </p:cNvSpPr>
          <p:nvPr>
            <p:ph type="title" idx="9" hasCustomPrompt="1"/>
          </p:nvPr>
        </p:nvSpPr>
        <p:spPr>
          <a:xfrm>
            <a:off x="4829393" y="1647361"/>
            <a:ext cx="677100" cy="699600"/>
          </a:xfrm>
          <a:prstGeom prst="rect">
            <a:avLst/>
          </a:prstGeom>
        </p:spPr>
        <p:txBody>
          <a:bodyPr spcFirstLastPara="1" wrap="square" lIns="0" tIns="0" rIns="0" bIns="0" anchor="ctr" anchorCtr="0">
            <a:noAutofit/>
          </a:bodyPr>
          <a:lstStyle>
            <a:lvl1pPr lvl="0" rtl="0">
              <a:spcBef>
                <a:spcPts val="0"/>
              </a:spcBef>
              <a:spcAft>
                <a:spcPts val="0"/>
              </a:spcAft>
              <a:buSzPts val="4000"/>
              <a:buNone/>
              <a:defRPr sz="3000">
                <a:solidFill>
                  <a:schemeClr val="lt1"/>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91" name="Google Shape;91;p13"/>
          <p:cNvSpPr txBox="1">
            <a:spLocks noGrp="1"/>
          </p:cNvSpPr>
          <p:nvPr>
            <p:ph type="title" idx="13"/>
          </p:nvPr>
        </p:nvSpPr>
        <p:spPr>
          <a:xfrm>
            <a:off x="5685076" y="3152150"/>
            <a:ext cx="2745600" cy="539400"/>
          </a:xfrm>
          <a:prstGeom prst="rect">
            <a:avLst/>
          </a:prstGeom>
        </p:spPr>
        <p:txBody>
          <a:bodyPr spcFirstLastPara="1" wrap="square" lIns="0" tIns="0" rIns="0" bIns="0" anchor="ctr" anchorCtr="0">
            <a:noAutofit/>
          </a:bodyPr>
          <a:lstStyle>
            <a:lvl1pPr marR="457200" lvl="0" rtl="0">
              <a:lnSpc>
                <a:spcPct val="80000"/>
              </a:lnSpc>
              <a:spcBef>
                <a:spcPts val="0"/>
              </a:spcBef>
              <a:spcAft>
                <a:spcPts val="0"/>
              </a:spcAft>
              <a:buSzPts val="2800"/>
              <a:buNone/>
              <a:defRPr sz="2000" b="1">
                <a:solidFill>
                  <a:schemeClr val="lt2"/>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2" name="Google Shape;92;p13"/>
          <p:cNvSpPr txBox="1">
            <a:spLocks noGrp="1"/>
          </p:cNvSpPr>
          <p:nvPr>
            <p:ph type="subTitle" idx="14"/>
          </p:nvPr>
        </p:nvSpPr>
        <p:spPr>
          <a:xfrm>
            <a:off x="5685928" y="3849660"/>
            <a:ext cx="2744100" cy="5082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93" name="Google Shape;93;p13"/>
          <p:cNvSpPr txBox="1">
            <a:spLocks noGrp="1"/>
          </p:cNvSpPr>
          <p:nvPr>
            <p:ph type="title" idx="15" hasCustomPrompt="1"/>
          </p:nvPr>
        </p:nvSpPr>
        <p:spPr>
          <a:xfrm>
            <a:off x="4829393" y="3172856"/>
            <a:ext cx="677100" cy="699600"/>
          </a:xfrm>
          <a:prstGeom prst="rect">
            <a:avLst/>
          </a:prstGeom>
        </p:spPr>
        <p:txBody>
          <a:bodyPr spcFirstLastPara="1" wrap="square" lIns="0" tIns="0" rIns="0" bIns="0" anchor="ctr" anchorCtr="0">
            <a:noAutofit/>
          </a:bodyPr>
          <a:lstStyle>
            <a:lvl1pPr lvl="0" rtl="0">
              <a:spcBef>
                <a:spcPts val="0"/>
              </a:spcBef>
              <a:spcAft>
                <a:spcPts val="0"/>
              </a:spcAft>
              <a:buSzPts val="4000"/>
              <a:buNone/>
              <a:defRPr sz="3000">
                <a:solidFill>
                  <a:schemeClr val="lt1"/>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100"/>
        <p:cNvGrpSpPr/>
        <p:nvPr/>
      </p:nvGrpSpPr>
      <p:grpSpPr>
        <a:xfrm>
          <a:off x="0" y="0"/>
          <a:ext cx="0" cy="0"/>
          <a:chOff x="0" y="0"/>
          <a:chExt cx="0" cy="0"/>
        </a:xfrm>
      </p:grpSpPr>
      <p:sp>
        <p:nvSpPr>
          <p:cNvPr id="101" name="Google Shape;101;p15"/>
          <p:cNvSpPr/>
          <p:nvPr/>
        </p:nvSpPr>
        <p:spPr>
          <a:xfrm rot="10800000" flipH="1">
            <a:off x="6726600" y="-233325"/>
            <a:ext cx="2947210" cy="1506323"/>
          </a:xfrm>
          <a:custGeom>
            <a:avLst/>
            <a:gdLst/>
            <a:ahLst/>
            <a:cxnLst/>
            <a:rect l="l" t="t" r="r" b="b"/>
            <a:pathLst>
              <a:path w="48102" h="24585" extrusionOk="0">
                <a:moveTo>
                  <a:pt x="46834" y="4870"/>
                </a:moveTo>
                <a:cubicBezTo>
                  <a:pt x="45533" y="1835"/>
                  <a:pt x="41997" y="0"/>
                  <a:pt x="38762" y="601"/>
                </a:cubicBezTo>
                <a:cubicBezTo>
                  <a:pt x="35626" y="1168"/>
                  <a:pt x="33358" y="3536"/>
                  <a:pt x="31023" y="5838"/>
                </a:cubicBezTo>
                <a:cubicBezTo>
                  <a:pt x="29121" y="7706"/>
                  <a:pt x="27153" y="9540"/>
                  <a:pt x="24652" y="10308"/>
                </a:cubicBezTo>
                <a:cubicBezTo>
                  <a:pt x="19314" y="11875"/>
                  <a:pt x="13544" y="7939"/>
                  <a:pt x="8173" y="9273"/>
                </a:cubicBezTo>
                <a:cubicBezTo>
                  <a:pt x="4671" y="10141"/>
                  <a:pt x="2202" y="13043"/>
                  <a:pt x="968" y="16512"/>
                </a:cubicBezTo>
                <a:cubicBezTo>
                  <a:pt x="368" y="18146"/>
                  <a:pt x="34" y="19881"/>
                  <a:pt x="1" y="21582"/>
                </a:cubicBezTo>
                <a:cubicBezTo>
                  <a:pt x="1" y="22583"/>
                  <a:pt x="34" y="23584"/>
                  <a:pt x="268" y="24584"/>
                </a:cubicBezTo>
                <a:lnTo>
                  <a:pt x="7439" y="24584"/>
                </a:lnTo>
                <a:lnTo>
                  <a:pt x="37194" y="24584"/>
                </a:lnTo>
                <a:cubicBezTo>
                  <a:pt x="37928" y="23384"/>
                  <a:pt x="38795" y="22216"/>
                  <a:pt x="39696" y="21149"/>
                </a:cubicBezTo>
                <a:cubicBezTo>
                  <a:pt x="41764" y="18747"/>
                  <a:pt x="44032" y="16545"/>
                  <a:pt x="45667" y="13843"/>
                </a:cubicBezTo>
                <a:cubicBezTo>
                  <a:pt x="47268" y="11175"/>
                  <a:pt x="48102" y="7772"/>
                  <a:pt x="46834" y="487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rot="10800000" flipH="1">
            <a:off x="-798250" y="3199269"/>
            <a:ext cx="3075543" cy="2222829"/>
          </a:xfrm>
          <a:custGeom>
            <a:avLst/>
            <a:gdLst/>
            <a:ahLst/>
            <a:cxnLst/>
            <a:rect l="l" t="t" r="r" b="b"/>
            <a:pathLst>
              <a:path w="37294" h="26954" extrusionOk="0">
                <a:moveTo>
                  <a:pt x="37060" y="8807"/>
                </a:moveTo>
                <a:cubicBezTo>
                  <a:pt x="36994" y="7840"/>
                  <a:pt x="36727" y="6872"/>
                  <a:pt x="36193" y="6138"/>
                </a:cubicBezTo>
                <a:cubicBezTo>
                  <a:pt x="32390" y="668"/>
                  <a:pt x="24718" y="7406"/>
                  <a:pt x="20282" y="3303"/>
                </a:cubicBezTo>
                <a:cubicBezTo>
                  <a:pt x="18180" y="1268"/>
                  <a:pt x="17546" y="1"/>
                  <a:pt x="14111" y="1068"/>
                </a:cubicBezTo>
                <a:cubicBezTo>
                  <a:pt x="11342" y="1902"/>
                  <a:pt x="8940" y="4270"/>
                  <a:pt x="8507" y="7206"/>
                </a:cubicBezTo>
                <a:cubicBezTo>
                  <a:pt x="8240" y="8707"/>
                  <a:pt x="8507" y="10275"/>
                  <a:pt x="8407" y="11842"/>
                </a:cubicBezTo>
                <a:cubicBezTo>
                  <a:pt x="8373" y="12743"/>
                  <a:pt x="8206" y="13644"/>
                  <a:pt x="7706" y="14411"/>
                </a:cubicBezTo>
                <a:cubicBezTo>
                  <a:pt x="6272" y="16813"/>
                  <a:pt x="2836" y="17280"/>
                  <a:pt x="1435" y="19715"/>
                </a:cubicBezTo>
                <a:cubicBezTo>
                  <a:pt x="1" y="22350"/>
                  <a:pt x="2269" y="25986"/>
                  <a:pt x="5238" y="26453"/>
                </a:cubicBezTo>
                <a:cubicBezTo>
                  <a:pt x="8206" y="26953"/>
                  <a:pt x="11209" y="25085"/>
                  <a:pt x="12876" y="22550"/>
                </a:cubicBezTo>
                <a:cubicBezTo>
                  <a:pt x="13911" y="20916"/>
                  <a:pt x="14611" y="19048"/>
                  <a:pt x="16045" y="17747"/>
                </a:cubicBezTo>
                <a:cubicBezTo>
                  <a:pt x="17880" y="16145"/>
                  <a:pt x="20482" y="15912"/>
                  <a:pt x="22984" y="16145"/>
                </a:cubicBezTo>
                <a:cubicBezTo>
                  <a:pt x="23351" y="16179"/>
                  <a:pt x="23684" y="16212"/>
                  <a:pt x="24051" y="16246"/>
                </a:cubicBezTo>
                <a:cubicBezTo>
                  <a:pt x="26853" y="16579"/>
                  <a:pt x="29722" y="17146"/>
                  <a:pt x="32357" y="16145"/>
                </a:cubicBezTo>
                <a:cubicBezTo>
                  <a:pt x="35326" y="15011"/>
                  <a:pt x="37294" y="11876"/>
                  <a:pt x="37060" y="880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
          <p:cNvSpPr/>
          <p:nvPr/>
        </p:nvSpPr>
        <p:spPr>
          <a:xfrm rot="10369521" flipH="1">
            <a:off x="-177835" y="3407852"/>
            <a:ext cx="2155859" cy="1948081"/>
          </a:xfrm>
          <a:custGeom>
            <a:avLst/>
            <a:gdLst/>
            <a:ahLst/>
            <a:cxnLst/>
            <a:rect l="l" t="t" r="r" b="b"/>
            <a:pathLst>
              <a:path w="69217" h="62546" extrusionOk="0">
                <a:moveTo>
                  <a:pt x="68549" y="368"/>
                </a:moveTo>
                <a:cubicBezTo>
                  <a:pt x="68015" y="5004"/>
                  <a:pt x="65680" y="9007"/>
                  <a:pt x="62211" y="12043"/>
                </a:cubicBezTo>
                <a:cubicBezTo>
                  <a:pt x="58542" y="15312"/>
                  <a:pt x="54005" y="16446"/>
                  <a:pt x="49202" y="16313"/>
                </a:cubicBezTo>
                <a:cubicBezTo>
                  <a:pt x="44932" y="16179"/>
                  <a:pt x="41163" y="16413"/>
                  <a:pt x="38327" y="19948"/>
                </a:cubicBezTo>
                <a:cubicBezTo>
                  <a:pt x="35592" y="23284"/>
                  <a:pt x="35559" y="27821"/>
                  <a:pt x="35259" y="31857"/>
                </a:cubicBezTo>
                <a:cubicBezTo>
                  <a:pt x="34825" y="37328"/>
                  <a:pt x="32824" y="41564"/>
                  <a:pt x="27553" y="43766"/>
                </a:cubicBezTo>
                <a:cubicBezTo>
                  <a:pt x="23550" y="45433"/>
                  <a:pt x="19080" y="45433"/>
                  <a:pt x="14844" y="45667"/>
                </a:cubicBezTo>
                <a:cubicBezTo>
                  <a:pt x="11141" y="45867"/>
                  <a:pt x="7305" y="46501"/>
                  <a:pt x="4470" y="49136"/>
                </a:cubicBezTo>
                <a:cubicBezTo>
                  <a:pt x="1201" y="52172"/>
                  <a:pt x="467" y="57942"/>
                  <a:pt x="33" y="62145"/>
                </a:cubicBezTo>
                <a:cubicBezTo>
                  <a:pt x="0" y="62546"/>
                  <a:pt x="634" y="62546"/>
                  <a:pt x="667" y="62145"/>
                </a:cubicBezTo>
                <a:cubicBezTo>
                  <a:pt x="1234" y="56541"/>
                  <a:pt x="2469" y="49803"/>
                  <a:pt x="8239" y="47468"/>
                </a:cubicBezTo>
                <a:cubicBezTo>
                  <a:pt x="12342" y="45800"/>
                  <a:pt x="17079" y="46367"/>
                  <a:pt x="21382" y="45867"/>
                </a:cubicBezTo>
                <a:cubicBezTo>
                  <a:pt x="24751" y="45500"/>
                  <a:pt x="28520" y="44633"/>
                  <a:pt x="31222" y="42398"/>
                </a:cubicBezTo>
                <a:cubicBezTo>
                  <a:pt x="34525" y="39696"/>
                  <a:pt x="35492" y="35993"/>
                  <a:pt x="35859" y="31857"/>
                </a:cubicBezTo>
                <a:cubicBezTo>
                  <a:pt x="36326" y="26720"/>
                  <a:pt x="36493" y="21016"/>
                  <a:pt x="41396" y="17980"/>
                </a:cubicBezTo>
                <a:cubicBezTo>
                  <a:pt x="43698" y="16613"/>
                  <a:pt x="46667" y="16813"/>
                  <a:pt x="49202" y="16880"/>
                </a:cubicBezTo>
                <a:cubicBezTo>
                  <a:pt x="51337" y="16946"/>
                  <a:pt x="53372" y="16846"/>
                  <a:pt x="55440" y="16313"/>
                </a:cubicBezTo>
                <a:cubicBezTo>
                  <a:pt x="62745" y="14478"/>
                  <a:pt x="68349" y="7706"/>
                  <a:pt x="69183" y="334"/>
                </a:cubicBezTo>
                <a:cubicBezTo>
                  <a:pt x="69216" y="1"/>
                  <a:pt x="68582" y="1"/>
                  <a:pt x="68549" y="3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p:cNvSpPr/>
          <p:nvPr/>
        </p:nvSpPr>
        <p:spPr>
          <a:xfrm rot="10800000" flipH="1">
            <a:off x="7318425" y="-149877"/>
            <a:ext cx="1917225" cy="1847175"/>
          </a:xfrm>
          <a:custGeom>
            <a:avLst/>
            <a:gdLst/>
            <a:ahLst/>
            <a:cxnLst/>
            <a:rect l="l" t="t" r="r" b="b"/>
            <a:pathLst>
              <a:path w="76689" h="73887" extrusionOk="0">
                <a:moveTo>
                  <a:pt x="76355" y="6972"/>
                </a:moveTo>
                <a:cubicBezTo>
                  <a:pt x="71552" y="4170"/>
                  <a:pt x="66648" y="1468"/>
                  <a:pt x="60977" y="1368"/>
                </a:cubicBezTo>
                <a:cubicBezTo>
                  <a:pt x="56341" y="1301"/>
                  <a:pt x="52304" y="3603"/>
                  <a:pt x="49969" y="7606"/>
                </a:cubicBezTo>
                <a:cubicBezTo>
                  <a:pt x="47601" y="11675"/>
                  <a:pt x="47201" y="16645"/>
                  <a:pt x="45700" y="21049"/>
                </a:cubicBezTo>
                <a:cubicBezTo>
                  <a:pt x="43798" y="26786"/>
                  <a:pt x="39429" y="32290"/>
                  <a:pt x="34592" y="35859"/>
                </a:cubicBezTo>
                <a:cubicBezTo>
                  <a:pt x="32257" y="37560"/>
                  <a:pt x="29522" y="38695"/>
                  <a:pt x="26653" y="38961"/>
                </a:cubicBezTo>
                <a:cubicBezTo>
                  <a:pt x="23284" y="39228"/>
                  <a:pt x="19981" y="37827"/>
                  <a:pt x="16946" y="36660"/>
                </a:cubicBezTo>
                <a:cubicBezTo>
                  <a:pt x="12476" y="34925"/>
                  <a:pt x="7239" y="33691"/>
                  <a:pt x="3269" y="37160"/>
                </a:cubicBezTo>
                <a:cubicBezTo>
                  <a:pt x="0" y="40029"/>
                  <a:pt x="101" y="44665"/>
                  <a:pt x="2169" y="48068"/>
                </a:cubicBezTo>
                <a:cubicBezTo>
                  <a:pt x="3336" y="50003"/>
                  <a:pt x="5104" y="51537"/>
                  <a:pt x="6639" y="53172"/>
                </a:cubicBezTo>
                <a:cubicBezTo>
                  <a:pt x="8840" y="55440"/>
                  <a:pt x="10508" y="57942"/>
                  <a:pt x="11575" y="60944"/>
                </a:cubicBezTo>
                <a:cubicBezTo>
                  <a:pt x="12943" y="64947"/>
                  <a:pt x="12843" y="69350"/>
                  <a:pt x="11575" y="73353"/>
                </a:cubicBezTo>
                <a:cubicBezTo>
                  <a:pt x="11442" y="73720"/>
                  <a:pt x="12009" y="73886"/>
                  <a:pt x="12142" y="73519"/>
                </a:cubicBezTo>
                <a:cubicBezTo>
                  <a:pt x="13644" y="69016"/>
                  <a:pt x="13543" y="63913"/>
                  <a:pt x="11675" y="59543"/>
                </a:cubicBezTo>
                <a:cubicBezTo>
                  <a:pt x="10775" y="57341"/>
                  <a:pt x="9507" y="55407"/>
                  <a:pt x="7939" y="53605"/>
                </a:cubicBezTo>
                <a:cubicBezTo>
                  <a:pt x="6038" y="51504"/>
                  <a:pt x="3870" y="49702"/>
                  <a:pt x="2369" y="47267"/>
                </a:cubicBezTo>
                <a:cubicBezTo>
                  <a:pt x="701" y="44599"/>
                  <a:pt x="968" y="41430"/>
                  <a:pt x="2602" y="38861"/>
                </a:cubicBezTo>
                <a:cubicBezTo>
                  <a:pt x="4771" y="35426"/>
                  <a:pt x="9040" y="35225"/>
                  <a:pt x="12643" y="35993"/>
                </a:cubicBezTo>
                <a:cubicBezTo>
                  <a:pt x="18147" y="37160"/>
                  <a:pt x="22717" y="40429"/>
                  <a:pt x="28554" y="39328"/>
                </a:cubicBezTo>
                <a:cubicBezTo>
                  <a:pt x="33491" y="38394"/>
                  <a:pt x="37527" y="34592"/>
                  <a:pt x="40596" y="30922"/>
                </a:cubicBezTo>
                <a:cubicBezTo>
                  <a:pt x="43965" y="26853"/>
                  <a:pt x="46167" y="22383"/>
                  <a:pt x="47468" y="17246"/>
                </a:cubicBezTo>
                <a:cubicBezTo>
                  <a:pt x="48769" y="12075"/>
                  <a:pt x="49836" y="6405"/>
                  <a:pt x="54806" y="3503"/>
                </a:cubicBezTo>
                <a:cubicBezTo>
                  <a:pt x="60710" y="0"/>
                  <a:pt x="68049" y="3136"/>
                  <a:pt x="73453" y="6071"/>
                </a:cubicBezTo>
                <a:cubicBezTo>
                  <a:pt x="74320" y="6538"/>
                  <a:pt x="75154" y="7039"/>
                  <a:pt x="75988" y="7539"/>
                </a:cubicBezTo>
                <a:cubicBezTo>
                  <a:pt x="76388" y="7706"/>
                  <a:pt x="76689" y="7172"/>
                  <a:pt x="76355" y="697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txBox="1">
            <a:spLocks noGrp="1"/>
          </p:cNvSpPr>
          <p:nvPr>
            <p:ph type="title"/>
          </p:nvPr>
        </p:nvSpPr>
        <p:spPr>
          <a:xfrm>
            <a:off x="2140950" y="1473238"/>
            <a:ext cx="4864500" cy="800100"/>
          </a:xfrm>
          <a:prstGeom prst="rect">
            <a:avLst/>
          </a:prstGeom>
        </p:spPr>
        <p:txBody>
          <a:bodyPr spcFirstLastPara="1" wrap="square" lIns="0" tIns="0" rIns="0" bIns="0" anchor="t" anchorCtr="0">
            <a:noAutofit/>
          </a:bodyPr>
          <a:lstStyle>
            <a:lvl1pPr lvl="0" rtl="0">
              <a:lnSpc>
                <a:spcPct val="90000"/>
              </a:lnSpc>
              <a:spcBef>
                <a:spcPts val="0"/>
              </a:spcBef>
              <a:spcAft>
                <a:spcPts val="0"/>
              </a:spcAft>
              <a:buSzPts val="5200"/>
              <a:buFont typeface="Commissioner"/>
              <a:buNone/>
              <a:defRPr sz="4500">
                <a:latin typeface="Commissioner ExtraBold"/>
                <a:ea typeface="Commissioner ExtraBold"/>
                <a:cs typeface="Commissioner ExtraBold"/>
                <a:sym typeface="Commissioner ExtraBold"/>
              </a:defRPr>
            </a:lvl1pPr>
            <a:lvl2pPr lvl="1" algn="ctr" rtl="0">
              <a:spcBef>
                <a:spcPts val="0"/>
              </a:spcBef>
              <a:spcAft>
                <a:spcPts val="0"/>
              </a:spcAft>
              <a:buSzPts val="5200"/>
              <a:buNone/>
              <a:defRPr sz="4200"/>
            </a:lvl2pPr>
            <a:lvl3pPr lvl="2" algn="ctr" rtl="0">
              <a:spcBef>
                <a:spcPts val="0"/>
              </a:spcBef>
              <a:spcAft>
                <a:spcPts val="0"/>
              </a:spcAft>
              <a:buSzPts val="5200"/>
              <a:buNone/>
              <a:defRPr sz="4200"/>
            </a:lvl3pPr>
            <a:lvl4pPr lvl="3" algn="ctr" rtl="0">
              <a:spcBef>
                <a:spcPts val="0"/>
              </a:spcBef>
              <a:spcAft>
                <a:spcPts val="0"/>
              </a:spcAft>
              <a:buSzPts val="5200"/>
              <a:buNone/>
              <a:defRPr sz="4200"/>
            </a:lvl4pPr>
            <a:lvl5pPr lvl="4" algn="ctr" rtl="0">
              <a:spcBef>
                <a:spcPts val="0"/>
              </a:spcBef>
              <a:spcAft>
                <a:spcPts val="0"/>
              </a:spcAft>
              <a:buSzPts val="5200"/>
              <a:buNone/>
              <a:defRPr sz="4200"/>
            </a:lvl5pPr>
            <a:lvl6pPr lvl="5" algn="ctr" rtl="0">
              <a:spcBef>
                <a:spcPts val="0"/>
              </a:spcBef>
              <a:spcAft>
                <a:spcPts val="0"/>
              </a:spcAft>
              <a:buSzPts val="5200"/>
              <a:buNone/>
              <a:defRPr sz="4200"/>
            </a:lvl6pPr>
            <a:lvl7pPr lvl="6" algn="ctr" rtl="0">
              <a:spcBef>
                <a:spcPts val="0"/>
              </a:spcBef>
              <a:spcAft>
                <a:spcPts val="0"/>
              </a:spcAft>
              <a:buSzPts val="5200"/>
              <a:buNone/>
              <a:defRPr sz="4200"/>
            </a:lvl7pPr>
            <a:lvl8pPr lvl="7" algn="ctr" rtl="0">
              <a:spcBef>
                <a:spcPts val="0"/>
              </a:spcBef>
              <a:spcAft>
                <a:spcPts val="0"/>
              </a:spcAft>
              <a:buSzPts val="5200"/>
              <a:buNone/>
              <a:defRPr sz="4200"/>
            </a:lvl8pPr>
            <a:lvl9pPr lvl="8" algn="ctr" rtl="0">
              <a:spcBef>
                <a:spcPts val="0"/>
              </a:spcBef>
              <a:spcAft>
                <a:spcPts val="0"/>
              </a:spcAft>
              <a:buSzPts val="5200"/>
              <a:buNone/>
              <a:defRPr sz="4200"/>
            </a:lvl9pPr>
          </a:lstStyle>
          <a:p>
            <a:endParaRPr/>
          </a:p>
        </p:txBody>
      </p:sp>
      <p:sp>
        <p:nvSpPr>
          <p:cNvPr id="106" name="Google Shape;106;p15"/>
          <p:cNvSpPr txBox="1">
            <a:spLocks noGrp="1"/>
          </p:cNvSpPr>
          <p:nvPr>
            <p:ph type="subTitle" idx="1"/>
          </p:nvPr>
        </p:nvSpPr>
        <p:spPr>
          <a:xfrm>
            <a:off x="2138550" y="2361274"/>
            <a:ext cx="4866900" cy="12555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17">
    <p:spTree>
      <p:nvGrpSpPr>
        <p:cNvPr id="1" name="Shape 280"/>
        <p:cNvGrpSpPr/>
        <p:nvPr/>
      </p:nvGrpSpPr>
      <p:grpSpPr>
        <a:xfrm>
          <a:off x="0" y="0"/>
          <a:ext cx="0" cy="0"/>
          <a:chOff x="0" y="0"/>
          <a:chExt cx="0" cy="0"/>
        </a:xfrm>
      </p:grpSpPr>
      <p:sp>
        <p:nvSpPr>
          <p:cNvPr id="281" name="Google Shape;281;p33"/>
          <p:cNvSpPr/>
          <p:nvPr/>
        </p:nvSpPr>
        <p:spPr>
          <a:xfrm>
            <a:off x="6430655" y="1855978"/>
            <a:ext cx="6884659" cy="4975843"/>
          </a:xfrm>
          <a:custGeom>
            <a:avLst/>
            <a:gdLst/>
            <a:ahLst/>
            <a:cxnLst/>
            <a:rect l="l" t="t" r="r" b="b"/>
            <a:pathLst>
              <a:path w="37294" h="26954" extrusionOk="0">
                <a:moveTo>
                  <a:pt x="37060" y="8807"/>
                </a:moveTo>
                <a:cubicBezTo>
                  <a:pt x="36994" y="7840"/>
                  <a:pt x="36727" y="6872"/>
                  <a:pt x="36193" y="6138"/>
                </a:cubicBezTo>
                <a:cubicBezTo>
                  <a:pt x="32390" y="668"/>
                  <a:pt x="24718" y="7406"/>
                  <a:pt x="20282" y="3303"/>
                </a:cubicBezTo>
                <a:cubicBezTo>
                  <a:pt x="18180" y="1268"/>
                  <a:pt x="17546" y="1"/>
                  <a:pt x="14111" y="1068"/>
                </a:cubicBezTo>
                <a:cubicBezTo>
                  <a:pt x="11342" y="1902"/>
                  <a:pt x="8940" y="4270"/>
                  <a:pt x="8507" y="7206"/>
                </a:cubicBezTo>
                <a:cubicBezTo>
                  <a:pt x="8240" y="8707"/>
                  <a:pt x="8507" y="10275"/>
                  <a:pt x="8407" y="11842"/>
                </a:cubicBezTo>
                <a:cubicBezTo>
                  <a:pt x="8373" y="12743"/>
                  <a:pt x="8206" y="13644"/>
                  <a:pt x="7706" y="14411"/>
                </a:cubicBezTo>
                <a:cubicBezTo>
                  <a:pt x="6272" y="16813"/>
                  <a:pt x="2836" y="17280"/>
                  <a:pt x="1435" y="19715"/>
                </a:cubicBezTo>
                <a:cubicBezTo>
                  <a:pt x="1" y="22350"/>
                  <a:pt x="2269" y="25986"/>
                  <a:pt x="5238" y="26453"/>
                </a:cubicBezTo>
                <a:cubicBezTo>
                  <a:pt x="8206" y="26953"/>
                  <a:pt x="11209" y="25085"/>
                  <a:pt x="12876" y="22550"/>
                </a:cubicBezTo>
                <a:cubicBezTo>
                  <a:pt x="13911" y="20916"/>
                  <a:pt x="14611" y="19048"/>
                  <a:pt x="16045" y="17747"/>
                </a:cubicBezTo>
                <a:cubicBezTo>
                  <a:pt x="17880" y="16145"/>
                  <a:pt x="20482" y="15912"/>
                  <a:pt x="22984" y="16145"/>
                </a:cubicBezTo>
                <a:cubicBezTo>
                  <a:pt x="23351" y="16179"/>
                  <a:pt x="23684" y="16212"/>
                  <a:pt x="24051" y="16246"/>
                </a:cubicBezTo>
                <a:cubicBezTo>
                  <a:pt x="26853" y="16579"/>
                  <a:pt x="29722" y="17146"/>
                  <a:pt x="32357" y="16145"/>
                </a:cubicBezTo>
                <a:cubicBezTo>
                  <a:pt x="35326" y="15011"/>
                  <a:pt x="37294" y="11876"/>
                  <a:pt x="37060" y="880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3"/>
          <p:cNvSpPr/>
          <p:nvPr/>
        </p:nvSpPr>
        <p:spPr>
          <a:xfrm>
            <a:off x="-362825" y="-320375"/>
            <a:ext cx="5841347" cy="2519468"/>
          </a:xfrm>
          <a:custGeom>
            <a:avLst/>
            <a:gdLst/>
            <a:ahLst/>
            <a:cxnLst/>
            <a:rect l="l" t="t" r="r" b="b"/>
            <a:pathLst>
              <a:path w="66515" h="28689" extrusionOk="0">
                <a:moveTo>
                  <a:pt x="58376" y="1202"/>
                </a:moveTo>
                <a:lnTo>
                  <a:pt x="1" y="1202"/>
                </a:lnTo>
                <a:lnTo>
                  <a:pt x="1" y="28688"/>
                </a:lnTo>
                <a:cubicBezTo>
                  <a:pt x="835" y="23684"/>
                  <a:pt x="167" y="18214"/>
                  <a:pt x="1669" y="13244"/>
                </a:cubicBezTo>
                <a:cubicBezTo>
                  <a:pt x="2636" y="10141"/>
                  <a:pt x="4471" y="7306"/>
                  <a:pt x="6972" y="5171"/>
                </a:cubicBezTo>
                <a:cubicBezTo>
                  <a:pt x="8207" y="4070"/>
                  <a:pt x="9674" y="3170"/>
                  <a:pt x="11242" y="2536"/>
                </a:cubicBezTo>
                <a:cubicBezTo>
                  <a:pt x="17513" y="1"/>
                  <a:pt x="24752" y="2503"/>
                  <a:pt x="30522" y="6072"/>
                </a:cubicBezTo>
                <a:cubicBezTo>
                  <a:pt x="33091" y="7640"/>
                  <a:pt x="35760" y="9474"/>
                  <a:pt x="38695" y="9241"/>
                </a:cubicBezTo>
                <a:cubicBezTo>
                  <a:pt x="42464" y="8974"/>
                  <a:pt x="45867" y="5371"/>
                  <a:pt x="49369" y="6706"/>
                </a:cubicBezTo>
                <a:cubicBezTo>
                  <a:pt x="51371" y="7473"/>
                  <a:pt x="52505" y="9541"/>
                  <a:pt x="53539" y="11409"/>
                </a:cubicBezTo>
                <a:cubicBezTo>
                  <a:pt x="53539" y="11409"/>
                  <a:pt x="53539" y="11476"/>
                  <a:pt x="53606" y="11476"/>
                </a:cubicBezTo>
                <a:cubicBezTo>
                  <a:pt x="54640" y="13344"/>
                  <a:pt x="56141" y="15345"/>
                  <a:pt x="58242" y="15545"/>
                </a:cubicBezTo>
                <a:cubicBezTo>
                  <a:pt x="60844" y="15812"/>
                  <a:pt x="62846" y="13244"/>
                  <a:pt x="63746" y="10842"/>
                </a:cubicBezTo>
                <a:cubicBezTo>
                  <a:pt x="64947" y="7806"/>
                  <a:pt x="65347" y="4237"/>
                  <a:pt x="66515" y="1235"/>
                </a:cubicBezTo>
                <a:lnTo>
                  <a:pt x="58376" y="123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3"/>
          <p:cNvSpPr/>
          <p:nvPr/>
        </p:nvSpPr>
        <p:spPr>
          <a:xfrm>
            <a:off x="6705700" y="2199100"/>
            <a:ext cx="3543224" cy="3413764"/>
          </a:xfrm>
          <a:custGeom>
            <a:avLst/>
            <a:gdLst/>
            <a:ahLst/>
            <a:cxnLst/>
            <a:rect l="l" t="t" r="r" b="b"/>
            <a:pathLst>
              <a:path w="76689" h="73887" extrusionOk="0">
                <a:moveTo>
                  <a:pt x="76355" y="6972"/>
                </a:moveTo>
                <a:cubicBezTo>
                  <a:pt x="71552" y="4170"/>
                  <a:pt x="66648" y="1468"/>
                  <a:pt x="60977" y="1368"/>
                </a:cubicBezTo>
                <a:cubicBezTo>
                  <a:pt x="56341" y="1301"/>
                  <a:pt x="52304" y="3603"/>
                  <a:pt x="49969" y="7606"/>
                </a:cubicBezTo>
                <a:cubicBezTo>
                  <a:pt x="47601" y="11675"/>
                  <a:pt x="47201" y="16645"/>
                  <a:pt x="45700" y="21049"/>
                </a:cubicBezTo>
                <a:cubicBezTo>
                  <a:pt x="43798" y="26786"/>
                  <a:pt x="39429" y="32290"/>
                  <a:pt x="34592" y="35859"/>
                </a:cubicBezTo>
                <a:cubicBezTo>
                  <a:pt x="32257" y="37560"/>
                  <a:pt x="29522" y="38695"/>
                  <a:pt x="26653" y="38961"/>
                </a:cubicBezTo>
                <a:cubicBezTo>
                  <a:pt x="23284" y="39228"/>
                  <a:pt x="19981" y="37827"/>
                  <a:pt x="16946" y="36660"/>
                </a:cubicBezTo>
                <a:cubicBezTo>
                  <a:pt x="12476" y="34925"/>
                  <a:pt x="7239" y="33691"/>
                  <a:pt x="3269" y="37160"/>
                </a:cubicBezTo>
                <a:cubicBezTo>
                  <a:pt x="0" y="40029"/>
                  <a:pt x="101" y="44665"/>
                  <a:pt x="2169" y="48068"/>
                </a:cubicBezTo>
                <a:cubicBezTo>
                  <a:pt x="3336" y="50003"/>
                  <a:pt x="5104" y="51537"/>
                  <a:pt x="6639" y="53172"/>
                </a:cubicBezTo>
                <a:cubicBezTo>
                  <a:pt x="8840" y="55440"/>
                  <a:pt x="10508" y="57942"/>
                  <a:pt x="11575" y="60944"/>
                </a:cubicBezTo>
                <a:cubicBezTo>
                  <a:pt x="12943" y="64947"/>
                  <a:pt x="12843" y="69350"/>
                  <a:pt x="11575" y="73353"/>
                </a:cubicBezTo>
                <a:cubicBezTo>
                  <a:pt x="11442" y="73720"/>
                  <a:pt x="12009" y="73886"/>
                  <a:pt x="12142" y="73519"/>
                </a:cubicBezTo>
                <a:cubicBezTo>
                  <a:pt x="13644" y="69016"/>
                  <a:pt x="13543" y="63913"/>
                  <a:pt x="11675" y="59543"/>
                </a:cubicBezTo>
                <a:cubicBezTo>
                  <a:pt x="10775" y="57341"/>
                  <a:pt x="9507" y="55407"/>
                  <a:pt x="7939" y="53605"/>
                </a:cubicBezTo>
                <a:cubicBezTo>
                  <a:pt x="6038" y="51504"/>
                  <a:pt x="3870" y="49702"/>
                  <a:pt x="2369" y="47267"/>
                </a:cubicBezTo>
                <a:cubicBezTo>
                  <a:pt x="701" y="44599"/>
                  <a:pt x="968" y="41430"/>
                  <a:pt x="2602" y="38861"/>
                </a:cubicBezTo>
                <a:cubicBezTo>
                  <a:pt x="4771" y="35426"/>
                  <a:pt x="9040" y="35225"/>
                  <a:pt x="12643" y="35993"/>
                </a:cubicBezTo>
                <a:cubicBezTo>
                  <a:pt x="18147" y="37160"/>
                  <a:pt x="22717" y="40429"/>
                  <a:pt x="28554" y="39328"/>
                </a:cubicBezTo>
                <a:cubicBezTo>
                  <a:pt x="33491" y="38394"/>
                  <a:pt x="37527" y="34592"/>
                  <a:pt x="40596" y="30922"/>
                </a:cubicBezTo>
                <a:cubicBezTo>
                  <a:pt x="43965" y="26853"/>
                  <a:pt x="46167" y="22383"/>
                  <a:pt x="47468" y="17246"/>
                </a:cubicBezTo>
                <a:cubicBezTo>
                  <a:pt x="48769" y="12075"/>
                  <a:pt x="49836" y="6405"/>
                  <a:pt x="54806" y="3503"/>
                </a:cubicBezTo>
                <a:cubicBezTo>
                  <a:pt x="60710" y="0"/>
                  <a:pt x="68049" y="3136"/>
                  <a:pt x="73453" y="6071"/>
                </a:cubicBezTo>
                <a:cubicBezTo>
                  <a:pt x="74320" y="6538"/>
                  <a:pt x="75154" y="7039"/>
                  <a:pt x="75988" y="7539"/>
                </a:cubicBezTo>
                <a:cubicBezTo>
                  <a:pt x="76388" y="7706"/>
                  <a:pt x="76689" y="7172"/>
                  <a:pt x="76355" y="697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17_1">
    <p:spTree>
      <p:nvGrpSpPr>
        <p:cNvPr id="1" name="Shape 284"/>
        <p:cNvGrpSpPr/>
        <p:nvPr/>
      </p:nvGrpSpPr>
      <p:grpSpPr>
        <a:xfrm>
          <a:off x="0" y="0"/>
          <a:ext cx="0" cy="0"/>
          <a:chOff x="0" y="0"/>
          <a:chExt cx="0" cy="0"/>
        </a:xfrm>
      </p:grpSpPr>
      <p:sp>
        <p:nvSpPr>
          <p:cNvPr id="285" name="Google Shape;285;p34"/>
          <p:cNvSpPr/>
          <p:nvPr/>
        </p:nvSpPr>
        <p:spPr>
          <a:xfrm>
            <a:off x="-2872720" y="3172028"/>
            <a:ext cx="6884659" cy="4975843"/>
          </a:xfrm>
          <a:custGeom>
            <a:avLst/>
            <a:gdLst/>
            <a:ahLst/>
            <a:cxnLst/>
            <a:rect l="l" t="t" r="r" b="b"/>
            <a:pathLst>
              <a:path w="37294" h="26954" extrusionOk="0">
                <a:moveTo>
                  <a:pt x="37060" y="8807"/>
                </a:moveTo>
                <a:cubicBezTo>
                  <a:pt x="36994" y="7840"/>
                  <a:pt x="36727" y="6872"/>
                  <a:pt x="36193" y="6138"/>
                </a:cubicBezTo>
                <a:cubicBezTo>
                  <a:pt x="32390" y="668"/>
                  <a:pt x="24718" y="7406"/>
                  <a:pt x="20282" y="3303"/>
                </a:cubicBezTo>
                <a:cubicBezTo>
                  <a:pt x="18180" y="1268"/>
                  <a:pt x="17546" y="1"/>
                  <a:pt x="14111" y="1068"/>
                </a:cubicBezTo>
                <a:cubicBezTo>
                  <a:pt x="11342" y="1902"/>
                  <a:pt x="8940" y="4270"/>
                  <a:pt x="8507" y="7206"/>
                </a:cubicBezTo>
                <a:cubicBezTo>
                  <a:pt x="8240" y="8707"/>
                  <a:pt x="8507" y="10275"/>
                  <a:pt x="8407" y="11842"/>
                </a:cubicBezTo>
                <a:cubicBezTo>
                  <a:pt x="8373" y="12743"/>
                  <a:pt x="8206" y="13644"/>
                  <a:pt x="7706" y="14411"/>
                </a:cubicBezTo>
                <a:cubicBezTo>
                  <a:pt x="6272" y="16813"/>
                  <a:pt x="2836" y="17280"/>
                  <a:pt x="1435" y="19715"/>
                </a:cubicBezTo>
                <a:cubicBezTo>
                  <a:pt x="1" y="22350"/>
                  <a:pt x="2269" y="25986"/>
                  <a:pt x="5238" y="26453"/>
                </a:cubicBezTo>
                <a:cubicBezTo>
                  <a:pt x="8206" y="26953"/>
                  <a:pt x="11209" y="25085"/>
                  <a:pt x="12876" y="22550"/>
                </a:cubicBezTo>
                <a:cubicBezTo>
                  <a:pt x="13911" y="20916"/>
                  <a:pt x="14611" y="19048"/>
                  <a:pt x="16045" y="17747"/>
                </a:cubicBezTo>
                <a:cubicBezTo>
                  <a:pt x="17880" y="16145"/>
                  <a:pt x="20482" y="15912"/>
                  <a:pt x="22984" y="16145"/>
                </a:cubicBezTo>
                <a:cubicBezTo>
                  <a:pt x="23351" y="16179"/>
                  <a:pt x="23684" y="16212"/>
                  <a:pt x="24051" y="16246"/>
                </a:cubicBezTo>
                <a:cubicBezTo>
                  <a:pt x="26853" y="16579"/>
                  <a:pt x="29722" y="17146"/>
                  <a:pt x="32357" y="16145"/>
                </a:cubicBezTo>
                <a:cubicBezTo>
                  <a:pt x="35326" y="15011"/>
                  <a:pt x="37294" y="11876"/>
                  <a:pt x="37060" y="880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4"/>
          <p:cNvSpPr/>
          <p:nvPr/>
        </p:nvSpPr>
        <p:spPr>
          <a:xfrm flipH="1">
            <a:off x="4764725" y="-224775"/>
            <a:ext cx="5841347" cy="2519468"/>
          </a:xfrm>
          <a:custGeom>
            <a:avLst/>
            <a:gdLst/>
            <a:ahLst/>
            <a:cxnLst/>
            <a:rect l="l" t="t" r="r" b="b"/>
            <a:pathLst>
              <a:path w="66515" h="28689" extrusionOk="0">
                <a:moveTo>
                  <a:pt x="58376" y="1202"/>
                </a:moveTo>
                <a:lnTo>
                  <a:pt x="1" y="1202"/>
                </a:lnTo>
                <a:lnTo>
                  <a:pt x="1" y="28688"/>
                </a:lnTo>
                <a:cubicBezTo>
                  <a:pt x="835" y="23684"/>
                  <a:pt x="167" y="18214"/>
                  <a:pt x="1669" y="13244"/>
                </a:cubicBezTo>
                <a:cubicBezTo>
                  <a:pt x="2636" y="10141"/>
                  <a:pt x="4471" y="7306"/>
                  <a:pt x="6972" y="5171"/>
                </a:cubicBezTo>
                <a:cubicBezTo>
                  <a:pt x="8207" y="4070"/>
                  <a:pt x="9674" y="3170"/>
                  <a:pt x="11242" y="2536"/>
                </a:cubicBezTo>
                <a:cubicBezTo>
                  <a:pt x="17513" y="1"/>
                  <a:pt x="24752" y="2503"/>
                  <a:pt x="30522" y="6072"/>
                </a:cubicBezTo>
                <a:cubicBezTo>
                  <a:pt x="33091" y="7640"/>
                  <a:pt x="35760" y="9474"/>
                  <a:pt x="38695" y="9241"/>
                </a:cubicBezTo>
                <a:cubicBezTo>
                  <a:pt x="42464" y="8974"/>
                  <a:pt x="45867" y="5371"/>
                  <a:pt x="49369" y="6706"/>
                </a:cubicBezTo>
                <a:cubicBezTo>
                  <a:pt x="51371" y="7473"/>
                  <a:pt x="52505" y="9541"/>
                  <a:pt x="53539" y="11409"/>
                </a:cubicBezTo>
                <a:cubicBezTo>
                  <a:pt x="53539" y="11409"/>
                  <a:pt x="53539" y="11476"/>
                  <a:pt x="53606" y="11476"/>
                </a:cubicBezTo>
                <a:cubicBezTo>
                  <a:pt x="54640" y="13344"/>
                  <a:pt x="56141" y="15345"/>
                  <a:pt x="58242" y="15545"/>
                </a:cubicBezTo>
                <a:cubicBezTo>
                  <a:pt x="60844" y="15812"/>
                  <a:pt x="62846" y="13244"/>
                  <a:pt x="63746" y="10842"/>
                </a:cubicBezTo>
                <a:cubicBezTo>
                  <a:pt x="64947" y="7806"/>
                  <a:pt x="65347" y="4237"/>
                  <a:pt x="66515" y="1235"/>
                </a:cubicBezTo>
                <a:lnTo>
                  <a:pt x="58376" y="123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4"/>
          <p:cNvSpPr/>
          <p:nvPr/>
        </p:nvSpPr>
        <p:spPr>
          <a:xfrm rot="4500029">
            <a:off x="93659" y="2718207"/>
            <a:ext cx="3543161" cy="3413704"/>
          </a:xfrm>
          <a:custGeom>
            <a:avLst/>
            <a:gdLst/>
            <a:ahLst/>
            <a:cxnLst/>
            <a:rect l="l" t="t" r="r" b="b"/>
            <a:pathLst>
              <a:path w="76689" h="73887" extrusionOk="0">
                <a:moveTo>
                  <a:pt x="76355" y="6972"/>
                </a:moveTo>
                <a:cubicBezTo>
                  <a:pt x="71552" y="4170"/>
                  <a:pt x="66648" y="1468"/>
                  <a:pt x="60977" y="1368"/>
                </a:cubicBezTo>
                <a:cubicBezTo>
                  <a:pt x="56341" y="1301"/>
                  <a:pt x="52304" y="3603"/>
                  <a:pt x="49969" y="7606"/>
                </a:cubicBezTo>
                <a:cubicBezTo>
                  <a:pt x="47601" y="11675"/>
                  <a:pt x="47201" y="16645"/>
                  <a:pt x="45700" y="21049"/>
                </a:cubicBezTo>
                <a:cubicBezTo>
                  <a:pt x="43798" y="26786"/>
                  <a:pt x="39429" y="32290"/>
                  <a:pt x="34592" y="35859"/>
                </a:cubicBezTo>
                <a:cubicBezTo>
                  <a:pt x="32257" y="37560"/>
                  <a:pt x="29522" y="38695"/>
                  <a:pt x="26653" y="38961"/>
                </a:cubicBezTo>
                <a:cubicBezTo>
                  <a:pt x="23284" y="39228"/>
                  <a:pt x="19981" y="37827"/>
                  <a:pt x="16946" y="36660"/>
                </a:cubicBezTo>
                <a:cubicBezTo>
                  <a:pt x="12476" y="34925"/>
                  <a:pt x="7239" y="33691"/>
                  <a:pt x="3269" y="37160"/>
                </a:cubicBezTo>
                <a:cubicBezTo>
                  <a:pt x="0" y="40029"/>
                  <a:pt x="101" y="44665"/>
                  <a:pt x="2169" y="48068"/>
                </a:cubicBezTo>
                <a:cubicBezTo>
                  <a:pt x="3336" y="50003"/>
                  <a:pt x="5104" y="51537"/>
                  <a:pt x="6639" y="53172"/>
                </a:cubicBezTo>
                <a:cubicBezTo>
                  <a:pt x="8840" y="55440"/>
                  <a:pt x="10508" y="57942"/>
                  <a:pt x="11575" y="60944"/>
                </a:cubicBezTo>
                <a:cubicBezTo>
                  <a:pt x="12943" y="64947"/>
                  <a:pt x="12843" y="69350"/>
                  <a:pt x="11575" y="73353"/>
                </a:cubicBezTo>
                <a:cubicBezTo>
                  <a:pt x="11442" y="73720"/>
                  <a:pt x="12009" y="73886"/>
                  <a:pt x="12142" y="73519"/>
                </a:cubicBezTo>
                <a:cubicBezTo>
                  <a:pt x="13644" y="69016"/>
                  <a:pt x="13543" y="63913"/>
                  <a:pt x="11675" y="59543"/>
                </a:cubicBezTo>
                <a:cubicBezTo>
                  <a:pt x="10775" y="57341"/>
                  <a:pt x="9507" y="55407"/>
                  <a:pt x="7939" y="53605"/>
                </a:cubicBezTo>
                <a:cubicBezTo>
                  <a:pt x="6038" y="51504"/>
                  <a:pt x="3870" y="49702"/>
                  <a:pt x="2369" y="47267"/>
                </a:cubicBezTo>
                <a:cubicBezTo>
                  <a:pt x="701" y="44599"/>
                  <a:pt x="968" y="41430"/>
                  <a:pt x="2602" y="38861"/>
                </a:cubicBezTo>
                <a:cubicBezTo>
                  <a:pt x="4771" y="35426"/>
                  <a:pt x="9040" y="35225"/>
                  <a:pt x="12643" y="35993"/>
                </a:cubicBezTo>
                <a:cubicBezTo>
                  <a:pt x="18147" y="37160"/>
                  <a:pt x="22717" y="40429"/>
                  <a:pt x="28554" y="39328"/>
                </a:cubicBezTo>
                <a:cubicBezTo>
                  <a:pt x="33491" y="38394"/>
                  <a:pt x="37527" y="34592"/>
                  <a:pt x="40596" y="30922"/>
                </a:cubicBezTo>
                <a:cubicBezTo>
                  <a:pt x="43965" y="26853"/>
                  <a:pt x="46167" y="22383"/>
                  <a:pt x="47468" y="17246"/>
                </a:cubicBezTo>
                <a:cubicBezTo>
                  <a:pt x="48769" y="12075"/>
                  <a:pt x="49836" y="6405"/>
                  <a:pt x="54806" y="3503"/>
                </a:cubicBezTo>
                <a:cubicBezTo>
                  <a:pt x="60710" y="0"/>
                  <a:pt x="68049" y="3136"/>
                  <a:pt x="73453" y="6071"/>
                </a:cubicBezTo>
                <a:cubicBezTo>
                  <a:pt x="74320" y="6538"/>
                  <a:pt x="75154" y="7039"/>
                  <a:pt x="75988" y="7539"/>
                </a:cubicBezTo>
                <a:cubicBezTo>
                  <a:pt x="76388" y="7706"/>
                  <a:pt x="76689" y="7172"/>
                  <a:pt x="76355" y="697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0" tIns="0" rIns="0" bIns="0" anchor="b" anchorCtr="0">
            <a:noAutofit/>
          </a:bodyPr>
          <a:lstStyle>
            <a:lvl1pPr marL="0" marR="0" lvl="0" indent="0" algn="ctr" rtl="0">
              <a:lnSpc>
                <a:spcPct val="100000"/>
              </a:lnSpc>
              <a:spcBef>
                <a:spcPts val="0"/>
              </a:spcBef>
              <a:spcAft>
                <a:spcPts val="0"/>
              </a:spcAft>
              <a:buClr>
                <a:schemeClr val="dk2"/>
              </a:buClr>
              <a:buSzPts val="2800"/>
              <a:buFont typeface="Barlow SemiBold"/>
              <a:buNone/>
              <a:defRPr sz="3100">
                <a:solidFill>
                  <a:schemeClr val="dk2"/>
                </a:solidFill>
                <a:latin typeface="Commissioner ExtraBold"/>
                <a:ea typeface="Commissioner ExtraBold"/>
                <a:cs typeface="Commissioner ExtraBold"/>
                <a:sym typeface="Commissioner ExtraBold"/>
              </a:defRPr>
            </a:lvl1pPr>
            <a:lvl2pPr lvl="1">
              <a:spcBef>
                <a:spcPts val="0"/>
              </a:spcBef>
              <a:spcAft>
                <a:spcPts val="0"/>
              </a:spcAft>
              <a:buClr>
                <a:schemeClr val="dk2"/>
              </a:buClr>
              <a:buSzPts val="2800"/>
              <a:buFont typeface="Barlow SemiBold"/>
              <a:buNone/>
              <a:defRPr sz="2800">
                <a:solidFill>
                  <a:schemeClr val="dk2"/>
                </a:solidFill>
                <a:latin typeface="Barlow SemiBold"/>
                <a:ea typeface="Barlow SemiBold"/>
                <a:cs typeface="Barlow SemiBold"/>
                <a:sym typeface="Barlow SemiBold"/>
              </a:defRPr>
            </a:lvl2pPr>
            <a:lvl3pPr lvl="2">
              <a:spcBef>
                <a:spcPts val="0"/>
              </a:spcBef>
              <a:spcAft>
                <a:spcPts val="0"/>
              </a:spcAft>
              <a:buClr>
                <a:schemeClr val="dk2"/>
              </a:buClr>
              <a:buSzPts val="2800"/>
              <a:buFont typeface="Barlow SemiBold"/>
              <a:buNone/>
              <a:defRPr sz="2800">
                <a:solidFill>
                  <a:schemeClr val="dk2"/>
                </a:solidFill>
                <a:latin typeface="Barlow SemiBold"/>
                <a:ea typeface="Barlow SemiBold"/>
                <a:cs typeface="Barlow SemiBold"/>
                <a:sym typeface="Barlow SemiBold"/>
              </a:defRPr>
            </a:lvl3pPr>
            <a:lvl4pPr lvl="3">
              <a:spcBef>
                <a:spcPts val="0"/>
              </a:spcBef>
              <a:spcAft>
                <a:spcPts val="0"/>
              </a:spcAft>
              <a:buClr>
                <a:schemeClr val="dk2"/>
              </a:buClr>
              <a:buSzPts val="2800"/>
              <a:buFont typeface="Barlow SemiBold"/>
              <a:buNone/>
              <a:defRPr sz="2800">
                <a:solidFill>
                  <a:schemeClr val="dk2"/>
                </a:solidFill>
                <a:latin typeface="Barlow SemiBold"/>
                <a:ea typeface="Barlow SemiBold"/>
                <a:cs typeface="Barlow SemiBold"/>
                <a:sym typeface="Barlow SemiBold"/>
              </a:defRPr>
            </a:lvl4pPr>
            <a:lvl5pPr lvl="4">
              <a:spcBef>
                <a:spcPts val="0"/>
              </a:spcBef>
              <a:spcAft>
                <a:spcPts val="0"/>
              </a:spcAft>
              <a:buClr>
                <a:schemeClr val="dk2"/>
              </a:buClr>
              <a:buSzPts val="2800"/>
              <a:buFont typeface="Barlow SemiBold"/>
              <a:buNone/>
              <a:defRPr sz="2800">
                <a:solidFill>
                  <a:schemeClr val="dk2"/>
                </a:solidFill>
                <a:latin typeface="Barlow SemiBold"/>
                <a:ea typeface="Barlow SemiBold"/>
                <a:cs typeface="Barlow SemiBold"/>
                <a:sym typeface="Barlow SemiBold"/>
              </a:defRPr>
            </a:lvl5pPr>
            <a:lvl6pPr lvl="5">
              <a:spcBef>
                <a:spcPts val="0"/>
              </a:spcBef>
              <a:spcAft>
                <a:spcPts val="0"/>
              </a:spcAft>
              <a:buClr>
                <a:schemeClr val="dk2"/>
              </a:buClr>
              <a:buSzPts val="2800"/>
              <a:buFont typeface="Barlow SemiBold"/>
              <a:buNone/>
              <a:defRPr sz="2800">
                <a:solidFill>
                  <a:schemeClr val="dk2"/>
                </a:solidFill>
                <a:latin typeface="Barlow SemiBold"/>
                <a:ea typeface="Barlow SemiBold"/>
                <a:cs typeface="Barlow SemiBold"/>
                <a:sym typeface="Barlow SemiBold"/>
              </a:defRPr>
            </a:lvl6pPr>
            <a:lvl7pPr lvl="6">
              <a:spcBef>
                <a:spcPts val="0"/>
              </a:spcBef>
              <a:spcAft>
                <a:spcPts val="0"/>
              </a:spcAft>
              <a:buClr>
                <a:schemeClr val="dk2"/>
              </a:buClr>
              <a:buSzPts val="2800"/>
              <a:buFont typeface="Barlow SemiBold"/>
              <a:buNone/>
              <a:defRPr sz="2800">
                <a:solidFill>
                  <a:schemeClr val="dk2"/>
                </a:solidFill>
                <a:latin typeface="Barlow SemiBold"/>
                <a:ea typeface="Barlow SemiBold"/>
                <a:cs typeface="Barlow SemiBold"/>
                <a:sym typeface="Barlow SemiBold"/>
              </a:defRPr>
            </a:lvl7pPr>
            <a:lvl8pPr lvl="7">
              <a:spcBef>
                <a:spcPts val="0"/>
              </a:spcBef>
              <a:spcAft>
                <a:spcPts val="0"/>
              </a:spcAft>
              <a:buClr>
                <a:schemeClr val="dk2"/>
              </a:buClr>
              <a:buSzPts val="2800"/>
              <a:buFont typeface="Barlow SemiBold"/>
              <a:buNone/>
              <a:defRPr sz="2800">
                <a:solidFill>
                  <a:schemeClr val="dk2"/>
                </a:solidFill>
                <a:latin typeface="Barlow SemiBold"/>
                <a:ea typeface="Barlow SemiBold"/>
                <a:cs typeface="Barlow SemiBold"/>
                <a:sym typeface="Barlow SemiBold"/>
              </a:defRPr>
            </a:lvl8pPr>
            <a:lvl9pPr lvl="8">
              <a:spcBef>
                <a:spcPts val="0"/>
              </a:spcBef>
              <a:spcAft>
                <a:spcPts val="0"/>
              </a:spcAft>
              <a:buClr>
                <a:schemeClr val="dk2"/>
              </a:buClr>
              <a:buSzPts val="2800"/>
              <a:buFont typeface="Barlow SemiBold"/>
              <a:buNone/>
              <a:defRPr sz="2800">
                <a:solidFill>
                  <a:schemeClr val="dk2"/>
                </a:solidFill>
                <a:latin typeface="Barlow SemiBold"/>
                <a:ea typeface="Barlow SemiBold"/>
                <a:cs typeface="Barlow SemiBold"/>
                <a:sym typeface="Barlow Semi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0" tIns="0" rIns="0" bIns="0" anchor="t" anchorCtr="0">
            <a:noAutofit/>
          </a:bodyPr>
          <a:lstStyle>
            <a:lvl1pPr marL="457200" lvl="0" indent="-342900">
              <a:lnSpc>
                <a:spcPct val="100000"/>
              </a:lnSpc>
              <a:spcBef>
                <a:spcPts val="0"/>
              </a:spcBef>
              <a:spcAft>
                <a:spcPts val="0"/>
              </a:spcAft>
              <a:buClr>
                <a:schemeClr val="dk1"/>
              </a:buClr>
              <a:buSzPts val="1800"/>
              <a:buFont typeface="Syne"/>
              <a:buChar char="●"/>
              <a:defRPr sz="1800">
                <a:solidFill>
                  <a:schemeClr val="dk1"/>
                </a:solidFill>
                <a:latin typeface="Syne"/>
                <a:ea typeface="Syne"/>
                <a:cs typeface="Syne"/>
                <a:sym typeface="Syne"/>
              </a:defRPr>
            </a:lvl1pPr>
            <a:lvl2pPr marL="914400" lvl="1" indent="-317500">
              <a:lnSpc>
                <a:spcPct val="115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2pPr>
            <a:lvl3pPr marL="1371600" lvl="2" indent="-317500">
              <a:lnSpc>
                <a:spcPct val="115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3pPr>
            <a:lvl4pPr marL="1828800" lvl="3" indent="-317500">
              <a:lnSpc>
                <a:spcPct val="115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4pPr>
            <a:lvl5pPr marL="2286000" lvl="4" indent="-317500">
              <a:lnSpc>
                <a:spcPct val="115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5pPr>
            <a:lvl6pPr marL="2743200" lvl="5" indent="-317500">
              <a:lnSpc>
                <a:spcPct val="115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6pPr>
            <a:lvl7pPr marL="3200400" lvl="6" indent="-317500">
              <a:lnSpc>
                <a:spcPct val="115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7pPr>
            <a:lvl8pPr marL="3657600" lvl="7" indent="-317500">
              <a:lnSpc>
                <a:spcPct val="115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8pPr>
            <a:lvl9pPr marL="4114800" lvl="8" indent="-317500">
              <a:lnSpc>
                <a:spcPct val="115000"/>
              </a:lnSpc>
              <a:spcBef>
                <a:spcPts val="0"/>
              </a:spcBef>
              <a:spcAft>
                <a:spcPts val="0"/>
              </a:spcAft>
              <a:buClr>
                <a:schemeClr val="dk1"/>
              </a:buClr>
              <a:buSzPts val="1400"/>
              <a:buFont typeface="Syne"/>
              <a:buChar char="■"/>
              <a:defRPr>
                <a:solidFill>
                  <a:schemeClr val="dk1"/>
                </a:solidFill>
                <a:latin typeface="Syne"/>
                <a:ea typeface="Syne"/>
                <a:cs typeface="Syne"/>
                <a:sym typeface="Sy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59" r:id="rId4"/>
    <p:sldLayoutId id="2147483661" r:id="rId5"/>
    <p:sldLayoutId id="2147483679" r:id="rId6"/>
    <p:sldLayoutId id="214748368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7"/>
          <p:cNvSpPr txBox="1">
            <a:spLocks noGrp="1"/>
          </p:cNvSpPr>
          <p:nvPr>
            <p:ph type="ctrTitle"/>
          </p:nvPr>
        </p:nvSpPr>
        <p:spPr>
          <a:xfrm>
            <a:off x="1834892" y="231626"/>
            <a:ext cx="5115900" cy="1917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a:t>NHÓM 17</a:t>
            </a:r>
            <a:br>
              <a:rPr lang="en" dirty="0"/>
            </a:br>
            <a:r>
              <a:rPr lang="en" dirty="0"/>
              <a:t>XÂY DỰNG HỆ THỐNG QUẢN LÝ NHÀ HÀNG</a:t>
            </a:r>
            <a:endParaRPr dirty="0"/>
          </a:p>
        </p:txBody>
      </p:sp>
      <p:sp>
        <p:nvSpPr>
          <p:cNvPr id="4" name="TextBox 3">
            <a:extLst>
              <a:ext uri="{FF2B5EF4-FFF2-40B4-BE49-F238E27FC236}">
                <a16:creationId xmlns:a16="http://schemas.microsoft.com/office/drawing/2014/main" id="{CB0F8879-E943-C838-A5C7-117BC30CB260}"/>
              </a:ext>
            </a:extLst>
          </p:cNvPr>
          <p:cNvSpPr txBox="1"/>
          <p:nvPr/>
        </p:nvSpPr>
        <p:spPr>
          <a:xfrm>
            <a:off x="2081561" y="3389971"/>
            <a:ext cx="4505093" cy="584775"/>
          </a:xfrm>
          <a:prstGeom prst="rect">
            <a:avLst/>
          </a:prstGeom>
          <a:noFill/>
        </p:spPr>
        <p:txBody>
          <a:bodyPr wrap="square" rtlCol="0">
            <a:spAutoFit/>
          </a:bodyPr>
          <a:lstStyle/>
          <a:p>
            <a:pPr algn="ctr"/>
            <a:r>
              <a:rPr lang="en-US" sz="1600" dirty="0"/>
              <a:t>Phạm Gia Bảo – 1150080043</a:t>
            </a:r>
          </a:p>
          <a:p>
            <a:pPr algn="ctr"/>
            <a:r>
              <a:rPr lang="en-US" sz="1600" dirty="0"/>
              <a:t>Nguyễn </a:t>
            </a:r>
            <a:r>
              <a:rPr lang="en-US" sz="1600" dirty="0" err="1"/>
              <a:t>Trần</a:t>
            </a:r>
            <a:r>
              <a:rPr lang="en-US" sz="1600" dirty="0"/>
              <a:t> Hữu Đức - 1150080049</a:t>
            </a:r>
            <a:endParaRPr lang="vi-VN"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9"/>
          <p:cNvSpPr/>
          <p:nvPr/>
        </p:nvSpPr>
        <p:spPr>
          <a:xfrm>
            <a:off x="5663278" y="2455270"/>
            <a:ext cx="2789400" cy="5394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9"/>
          <p:cNvSpPr/>
          <p:nvPr/>
        </p:nvSpPr>
        <p:spPr>
          <a:xfrm>
            <a:off x="5707952" y="1101586"/>
            <a:ext cx="2789400" cy="5394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9"/>
          <p:cNvSpPr/>
          <p:nvPr/>
        </p:nvSpPr>
        <p:spPr>
          <a:xfrm>
            <a:off x="1671845" y="2464550"/>
            <a:ext cx="2789400" cy="5394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9"/>
          <p:cNvSpPr/>
          <p:nvPr/>
        </p:nvSpPr>
        <p:spPr>
          <a:xfrm>
            <a:off x="1649409" y="1139582"/>
            <a:ext cx="2789400" cy="5394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 name="Google Shape;313;p39"/>
          <p:cNvSpPr/>
          <p:nvPr/>
        </p:nvSpPr>
        <p:spPr>
          <a:xfrm>
            <a:off x="4740159" y="2337056"/>
            <a:ext cx="833400" cy="83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9"/>
          <p:cNvSpPr/>
          <p:nvPr/>
        </p:nvSpPr>
        <p:spPr>
          <a:xfrm>
            <a:off x="4785000" y="958860"/>
            <a:ext cx="833400" cy="83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9"/>
          <p:cNvSpPr/>
          <p:nvPr/>
        </p:nvSpPr>
        <p:spPr>
          <a:xfrm>
            <a:off x="713250" y="2316350"/>
            <a:ext cx="835800" cy="83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9"/>
          <p:cNvSpPr/>
          <p:nvPr/>
        </p:nvSpPr>
        <p:spPr>
          <a:xfrm>
            <a:off x="735366" y="953386"/>
            <a:ext cx="835800" cy="83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9"/>
          <p:cNvSpPr txBox="1">
            <a:spLocks noGrp="1"/>
          </p:cNvSpPr>
          <p:nvPr>
            <p:ph type="title"/>
          </p:nvPr>
        </p:nvSpPr>
        <p:spPr>
          <a:xfrm>
            <a:off x="713250" y="469500"/>
            <a:ext cx="7717500" cy="4539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a:t>NỘI DUNG</a:t>
            </a:r>
            <a:endParaRPr dirty="0"/>
          </a:p>
        </p:txBody>
      </p:sp>
      <p:sp>
        <p:nvSpPr>
          <p:cNvPr id="318" name="Google Shape;318;p39"/>
          <p:cNvSpPr txBox="1">
            <a:spLocks noGrp="1"/>
          </p:cNvSpPr>
          <p:nvPr>
            <p:ph type="title" idx="2"/>
          </p:nvPr>
        </p:nvSpPr>
        <p:spPr>
          <a:xfrm>
            <a:off x="1584170" y="1101586"/>
            <a:ext cx="2741700" cy="539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latin typeface="+mj-lt"/>
              </a:rPr>
              <a:t>Giới thiệu</a:t>
            </a:r>
            <a:endParaRPr dirty="0">
              <a:latin typeface="+mj-lt"/>
            </a:endParaRPr>
          </a:p>
        </p:txBody>
      </p:sp>
      <p:sp>
        <p:nvSpPr>
          <p:cNvPr id="320" name="Google Shape;320;p39"/>
          <p:cNvSpPr txBox="1">
            <a:spLocks noGrp="1"/>
          </p:cNvSpPr>
          <p:nvPr>
            <p:ph type="title" idx="3"/>
          </p:nvPr>
        </p:nvSpPr>
        <p:spPr>
          <a:xfrm>
            <a:off x="827027" y="1021486"/>
            <a:ext cx="678900" cy="699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1</a:t>
            </a:r>
            <a:endParaRPr dirty="0"/>
          </a:p>
        </p:txBody>
      </p:sp>
      <p:sp>
        <p:nvSpPr>
          <p:cNvPr id="321" name="Google Shape;321;p39"/>
          <p:cNvSpPr txBox="1">
            <a:spLocks noGrp="1"/>
          </p:cNvSpPr>
          <p:nvPr>
            <p:ph type="title" idx="4"/>
          </p:nvPr>
        </p:nvSpPr>
        <p:spPr>
          <a:xfrm>
            <a:off x="1719545" y="2464550"/>
            <a:ext cx="2741700" cy="539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latin typeface="+mj-lt"/>
              </a:rPr>
              <a:t>Quản lý dự án</a:t>
            </a:r>
            <a:endParaRPr dirty="0">
              <a:latin typeface="+mj-lt"/>
            </a:endParaRPr>
          </a:p>
        </p:txBody>
      </p:sp>
      <p:sp>
        <p:nvSpPr>
          <p:cNvPr id="323" name="Google Shape;323;p39"/>
          <p:cNvSpPr txBox="1">
            <a:spLocks noGrp="1"/>
          </p:cNvSpPr>
          <p:nvPr>
            <p:ph type="title" idx="6"/>
          </p:nvPr>
        </p:nvSpPr>
        <p:spPr>
          <a:xfrm>
            <a:off x="813816" y="2375170"/>
            <a:ext cx="678900" cy="699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2</a:t>
            </a:r>
            <a:endParaRPr dirty="0"/>
          </a:p>
        </p:txBody>
      </p:sp>
      <p:sp>
        <p:nvSpPr>
          <p:cNvPr id="324" name="Google Shape;324;p39"/>
          <p:cNvSpPr txBox="1">
            <a:spLocks noGrp="1"/>
          </p:cNvSpPr>
          <p:nvPr>
            <p:ph type="title" idx="7"/>
          </p:nvPr>
        </p:nvSpPr>
        <p:spPr>
          <a:xfrm>
            <a:off x="5696550" y="1120498"/>
            <a:ext cx="2745600" cy="539400"/>
          </a:xfrm>
          <a:prstGeom prst="rect">
            <a:avLst/>
          </a:prstGeom>
        </p:spPr>
        <p:txBody>
          <a:bodyPr spcFirstLastPara="1" wrap="square" lIns="0" tIns="0" rIns="0" bIns="0" anchor="ctr" anchorCtr="0">
            <a:noAutofit/>
          </a:bodyPr>
          <a:lstStyle/>
          <a:p>
            <a:pPr marL="457200" lvl="0" indent="0" algn="ctr" rtl="0">
              <a:spcBef>
                <a:spcPts val="0"/>
              </a:spcBef>
              <a:spcAft>
                <a:spcPts val="0"/>
              </a:spcAft>
              <a:buNone/>
            </a:pPr>
            <a:r>
              <a:rPr lang="en" dirty="0">
                <a:latin typeface="+mj-lt"/>
              </a:rPr>
              <a:t>Chức năng</a:t>
            </a:r>
            <a:endParaRPr dirty="0">
              <a:latin typeface="+mj-lt"/>
            </a:endParaRPr>
          </a:p>
        </p:txBody>
      </p:sp>
      <p:sp>
        <p:nvSpPr>
          <p:cNvPr id="326" name="Google Shape;326;p39"/>
          <p:cNvSpPr txBox="1">
            <a:spLocks noGrp="1"/>
          </p:cNvSpPr>
          <p:nvPr>
            <p:ph type="title" idx="9"/>
          </p:nvPr>
        </p:nvSpPr>
        <p:spPr>
          <a:xfrm>
            <a:off x="4863150" y="1059482"/>
            <a:ext cx="677100" cy="699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3</a:t>
            </a:r>
            <a:endParaRPr dirty="0"/>
          </a:p>
        </p:txBody>
      </p:sp>
      <p:sp>
        <p:nvSpPr>
          <p:cNvPr id="327" name="Google Shape;327;p39"/>
          <p:cNvSpPr txBox="1">
            <a:spLocks noGrp="1"/>
          </p:cNvSpPr>
          <p:nvPr>
            <p:ph type="title" idx="13"/>
          </p:nvPr>
        </p:nvSpPr>
        <p:spPr>
          <a:xfrm>
            <a:off x="5729852" y="2464550"/>
            <a:ext cx="2745600" cy="539400"/>
          </a:xfrm>
          <a:prstGeom prst="rect">
            <a:avLst/>
          </a:prstGeom>
        </p:spPr>
        <p:txBody>
          <a:bodyPr spcFirstLastPara="1" wrap="square" lIns="0" tIns="0" rIns="0" bIns="0" anchor="ctr" anchorCtr="0">
            <a:noAutofit/>
          </a:bodyPr>
          <a:lstStyle/>
          <a:p>
            <a:pPr marL="457200" lvl="0" indent="0" algn="ctr" rtl="0">
              <a:spcBef>
                <a:spcPts val="0"/>
              </a:spcBef>
              <a:spcAft>
                <a:spcPts val="0"/>
              </a:spcAft>
              <a:buNone/>
            </a:pPr>
            <a:r>
              <a:rPr lang="en" dirty="0">
                <a:latin typeface="+mj-lt"/>
              </a:rPr>
              <a:t>Demo</a:t>
            </a:r>
            <a:endParaRPr dirty="0">
              <a:latin typeface="+mj-lt"/>
            </a:endParaRPr>
          </a:p>
        </p:txBody>
      </p:sp>
      <p:sp>
        <p:nvSpPr>
          <p:cNvPr id="329" name="Google Shape;329;p39"/>
          <p:cNvSpPr txBox="1">
            <a:spLocks noGrp="1"/>
          </p:cNvSpPr>
          <p:nvPr>
            <p:ph type="title" idx="15"/>
          </p:nvPr>
        </p:nvSpPr>
        <p:spPr>
          <a:xfrm>
            <a:off x="4812563" y="2405156"/>
            <a:ext cx="677100" cy="699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4</a:t>
            </a:r>
            <a:endParaRPr dirty="0"/>
          </a:p>
        </p:txBody>
      </p:sp>
      <p:sp>
        <p:nvSpPr>
          <p:cNvPr id="11" name="Google Shape;315;p39">
            <a:extLst>
              <a:ext uri="{FF2B5EF4-FFF2-40B4-BE49-F238E27FC236}">
                <a16:creationId xmlns:a16="http://schemas.microsoft.com/office/drawing/2014/main" id="{8050EB7B-641F-8688-D821-3E9622FA2877}"/>
              </a:ext>
            </a:extLst>
          </p:cNvPr>
          <p:cNvSpPr/>
          <p:nvPr/>
        </p:nvSpPr>
        <p:spPr>
          <a:xfrm>
            <a:off x="2537120" y="3624014"/>
            <a:ext cx="835800" cy="83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23;p39">
            <a:extLst>
              <a:ext uri="{FF2B5EF4-FFF2-40B4-BE49-F238E27FC236}">
                <a16:creationId xmlns:a16="http://schemas.microsoft.com/office/drawing/2014/main" id="{0C0612A1-15E5-87E7-7FE9-9FE40CB5D9C9}"/>
              </a:ext>
            </a:extLst>
          </p:cNvPr>
          <p:cNvSpPr txBox="1">
            <a:spLocks/>
          </p:cNvSpPr>
          <p:nvPr/>
        </p:nvSpPr>
        <p:spPr>
          <a:xfrm>
            <a:off x="2615570" y="3668154"/>
            <a:ext cx="678900" cy="6996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chemeClr val="dk2"/>
              </a:buClr>
              <a:buSzPts val="4000"/>
              <a:buFont typeface="Barlow SemiBold"/>
              <a:buNone/>
              <a:defRPr sz="3000" b="0" i="0" u="none" strike="noStrike" cap="none">
                <a:solidFill>
                  <a:schemeClr val="lt1"/>
                </a:solidFill>
                <a:latin typeface="Commissioner ExtraBold"/>
                <a:ea typeface="Commissioner ExtraBold"/>
                <a:cs typeface="Commissioner ExtraBold"/>
                <a:sym typeface="Commissioner ExtraBold"/>
              </a:defRPr>
            </a:lvl1pPr>
            <a:lvl2pPr marR="0" lvl="1" algn="ctr" rtl="0">
              <a:lnSpc>
                <a:spcPct val="100000"/>
              </a:lnSpc>
              <a:spcBef>
                <a:spcPts val="0"/>
              </a:spcBef>
              <a:spcAft>
                <a:spcPts val="0"/>
              </a:spcAft>
              <a:buClr>
                <a:schemeClr val="dk2"/>
              </a:buClr>
              <a:buSzPts val="4000"/>
              <a:buFont typeface="Barlow SemiBold"/>
              <a:buNone/>
              <a:defRPr sz="4000" b="0" i="0" u="none" strike="noStrike" cap="none">
                <a:solidFill>
                  <a:schemeClr val="dk2"/>
                </a:solidFill>
                <a:latin typeface="Barlow SemiBold"/>
                <a:ea typeface="Barlow SemiBold"/>
                <a:cs typeface="Barlow SemiBold"/>
                <a:sym typeface="Barlow SemiBold"/>
              </a:defRPr>
            </a:lvl2pPr>
            <a:lvl3pPr marR="0" lvl="2" algn="ctr" rtl="0">
              <a:lnSpc>
                <a:spcPct val="100000"/>
              </a:lnSpc>
              <a:spcBef>
                <a:spcPts val="0"/>
              </a:spcBef>
              <a:spcAft>
                <a:spcPts val="0"/>
              </a:spcAft>
              <a:buClr>
                <a:schemeClr val="dk2"/>
              </a:buClr>
              <a:buSzPts val="4000"/>
              <a:buFont typeface="Barlow SemiBold"/>
              <a:buNone/>
              <a:defRPr sz="4000" b="0" i="0" u="none" strike="noStrike" cap="none">
                <a:solidFill>
                  <a:schemeClr val="dk2"/>
                </a:solidFill>
                <a:latin typeface="Barlow SemiBold"/>
                <a:ea typeface="Barlow SemiBold"/>
                <a:cs typeface="Barlow SemiBold"/>
                <a:sym typeface="Barlow SemiBold"/>
              </a:defRPr>
            </a:lvl3pPr>
            <a:lvl4pPr marR="0" lvl="3" algn="ctr" rtl="0">
              <a:lnSpc>
                <a:spcPct val="100000"/>
              </a:lnSpc>
              <a:spcBef>
                <a:spcPts val="0"/>
              </a:spcBef>
              <a:spcAft>
                <a:spcPts val="0"/>
              </a:spcAft>
              <a:buClr>
                <a:schemeClr val="dk2"/>
              </a:buClr>
              <a:buSzPts val="4000"/>
              <a:buFont typeface="Barlow SemiBold"/>
              <a:buNone/>
              <a:defRPr sz="4000" b="0" i="0" u="none" strike="noStrike" cap="none">
                <a:solidFill>
                  <a:schemeClr val="dk2"/>
                </a:solidFill>
                <a:latin typeface="Barlow SemiBold"/>
                <a:ea typeface="Barlow SemiBold"/>
                <a:cs typeface="Barlow SemiBold"/>
                <a:sym typeface="Barlow SemiBold"/>
              </a:defRPr>
            </a:lvl4pPr>
            <a:lvl5pPr marR="0" lvl="4" algn="ctr" rtl="0">
              <a:lnSpc>
                <a:spcPct val="100000"/>
              </a:lnSpc>
              <a:spcBef>
                <a:spcPts val="0"/>
              </a:spcBef>
              <a:spcAft>
                <a:spcPts val="0"/>
              </a:spcAft>
              <a:buClr>
                <a:schemeClr val="dk2"/>
              </a:buClr>
              <a:buSzPts val="4000"/>
              <a:buFont typeface="Barlow SemiBold"/>
              <a:buNone/>
              <a:defRPr sz="4000" b="0" i="0" u="none" strike="noStrike" cap="none">
                <a:solidFill>
                  <a:schemeClr val="dk2"/>
                </a:solidFill>
                <a:latin typeface="Barlow SemiBold"/>
                <a:ea typeface="Barlow SemiBold"/>
                <a:cs typeface="Barlow SemiBold"/>
                <a:sym typeface="Barlow SemiBold"/>
              </a:defRPr>
            </a:lvl5pPr>
            <a:lvl6pPr marR="0" lvl="5" algn="ctr" rtl="0">
              <a:lnSpc>
                <a:spcPct val="100000"/>
              </a:lnSpc>
              <a:spcBef>
                <a:spcPts val="0"/>
              </a:spcBef>
              <a:spcAft>
                <a:spcPts val="0"/>
              </a:spcAft>
              <a:buClr>
                <a:schemeClr val="dk2"/>
              </a:buClr>
              <a:buSzPts val="4000"/>
              <a:buFont typeface="Barlow SemiBold"/>
              <a:buNone/>
              <a:defRPr sz="4000" b="0" i="0" u="none" strike="noStrike" cap="none">
                <a:solidFill>
                  <a:schemeClr val="dk2"/>
                </a:solidFill>
                <a:latin typeface="Barlow SemiBold"/>
                <a:ea typeface="Barlow SemiBold"/>
                <a:cs typeface="Barlow SemiBold"/>
                <a:sym typeface="Barlow SemiBold"/>
              </a:defRPr>
            </a:lvl6pPr>
            <a:lvl7pPr marR="0" lvl="6" algn="ctr" rtl="0">
              <a:lnSpc>
                <a:spcPct val="100000"/>
              </a:lnSpc>
              <a:spcBef>
                <a:spcPts val="0"/>
              </a:spcBef>
              <a:spcAft>
                <a:spcPts val="0"/>
              </a:spcAft>
              <a:buClr>
                <a:schemeClr val="dk2"/>
              </a:buClr>
              <a:buSzPts val="4000"/>
              <a:buFont typeface="Barlow SemiBold"/>
              <a:buNone/>
              <a:defRPr sz="4000" b="0" i="0" u="none" strike="noStrike" cap="none">
                <a:solidFill>
                  <a:schemeClr val="dk2"/>
                </a:solidFill>
                <a:latin typeface="Barlow SemiBold"/>
                <a:ea typeface="Barlow SemiBold"/>
                <a:cs typeface="Barlow SemiBold"/>
                <a:sym typeface="Barlow SemiBold"/>
              </a:defRPr>
            </a:lvl7pPr>
            <a:lvl8pPr marR="0" lvl="7" algn="ctr" rtl="0">
              <a:lnSpc>
                <a:spcPct val="100000"/>
              </a:lnSpc>
              <a:spcBef>
                <a:spcPts val="0"/>
              </a:spcBef>
              <a:spcAft>
                <a:spcPts val="0"/>
              </a:spcAft>
              <a:buClr>
                <a:schemeClr val="dk2"/>
              </a:buClr>
              <a:buSzPts val="4000"/>
              <a:buFont typeface="Barlow SemiBold"/>
              <a:buNone/>
              <a:defRPr sz="4000" b="0" i="0" u="none" strike="noStrike" cap="none">
                <a:solidFill>
                  <a:schemeClr val="dk2"/>
                </a:solidFill>
                <a:latin typeface="Barlow SemiBold"/>
                <a:ea typeface="Barlow SemiBold"/>
                <a:cs typeface="Barlow SemiBold"/>
                <a:sym typeface="Barlow SemiBold"/>
              </a:defRPr>
            </a:lvl8pPr>
            <a:lvl9pPr marR="0" lvl="8" algn="ctr" rtl="0">
              <a:lnSpc>
                <a:spcPct val="100000"/>
              </a:lnSpc>
              <a:spcBef>
                <a:spcPts val="0"/>
              </a:spcBef>
              <a:spcAft>
                <a:spcPts val="0"/>
              </a:spcAft>
              <a:buClr>
                <a:schemeClr val="dk2"/>
              </a:buClr>
              <a:buSzPts val="4000"/>
              <a:buFont typeface="Barlow SemiBold"/>
              <a:buNone/>
              <a:defRPr sz="4000" b="0" i="0" u="none" strike="noStrike" cap="none">
                <a:solidFill>
                  <a:schemeClr val="dk2"/>
                </a:solidFill>
                <a:latin typeface="Barlow SemiBold"/>
                <a:ea typeface="Barlow SemiBold"/>
                <a:cs typeface="Barlow SemiBold"/>
                <a:sym typeface="Barlow SemiBold"/>
              </a:defRPr>
            </a:lvl9pPr>
          </a:lstStyle>
          <a:p>
            <a:r>
              <a:rPr lang="en" dirty="0"/>
              <a:t>5</a:t>
            </a:r>
          </a:p>
        </p:txBody>
      </p:sp>
      <p:sp>
        <p:nvSpPr>
          <p:cNvPr id="16" name="Google Shape;311;p39">
            <a:extLst>
              <a:ext uri="{FF2B5EF4-FFF2-40B4-BE49-F238E27FC236}">
                <a16:creationId xmlns:a16="http://schemas.microsoft.com/office/drawing/2014/main" id="{56BBF301-C5D0-6362-2829-6B61BB5B7146}"/>
              </a:ext>
            </a:extLst>
          </p:cNvPr>
          <p:cNvSpPr/>
          <p:nvPr/>
        </p:nvSpPr>
        <p:spPr>
          <a:xfrm>
            <a:off x="3578704" y="3772214"/>
            <a:ext cx="2789400" cy="5394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21;p39">
            <a:extLst>
              <a:ext uri="{FF2B5EF4-FFF2-40B4-BE49-F238E27FC236}">
                <a16:creationId xmlns:a16="http://schemas.microsoft.com/office/drawing/2014/main" id="{8210BD60-25B5-2801-3892-30A6EC61CB87}"/>
              </a:ext>
            </a:extLst>
          </p:cNvPr>
          <p:cNvSpPr txBox="1">
            <a:spLocks/>
          </p:cNvSpPr>
          <p:nvPr/>
        </p:nvSpPr>
        <p:spPr>
          <a:xfrm>
            <a:off x="3500254" y="3828354"/>
            <a:ext cx="2741700" cy="5394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ctr" rtl="0">
              <a:lnSpc>
                <a:spcPct val="80000"/>
              </a:lnSpc>
              <a:spcBef>
                <a:spcPts val="0"/>
              </a:spcBef>
              <a:spcAft>
                <a:spcPts val="0"/>
              </a:spcAft>
              <a:buClr>
                <a:schemeClr val="dk2"/>
              </a:buClr>
              <a:buSzPts val="2800"/>
              <a:buFont typeface="Barlow SemiBold"/>
              <a:buNone/>
              <a:defRPr sz="2000" b="1" i="0" u="none" strike="noStrike" cap="none">
                <a:solidFill>
                  <a:schemeClr val="lt2"/>
                </a:solidFill>
                <a:latin typeface="Syne"/>
                <a:ea typeface="Syne"/>
                <a:cs typeface="Syne"/>
                <a:sym typeface="Syne"/>
              </a:defRPr>
            </a:lvl1pPr>
            <a:lvl2pPr marR="0" lvl="1" algn="l" rtl="0">
              <a:lnSpc>
                <a:spcPct val="100000"/>
              </a:lnSpc>
              <a:spcBef>
                <a:spcPts val="0"/>
              </a:spcBef>
              <a:spcAft>
                <a:spcPts val="0"/>
              </a:spcAft>
              <a:buClr>
                <a:schemeClr val="dk2"/>
              </a:buClr>
              <a:buSzPts val="2800"/>
              <a:buFont typeface="Barlow SemiBold"/>
              <a:buNone/>
              <a:defRPr sz="2800" b="0" i="0" u="none" strike="noStrike" cap="none">
                <a:solidFill>
                  <a:schemeClr val="dk2"/>
                </a:solidFill>
                <a:latin typeface="Barlow SemiBold"/>
                <a:ea typeface="Barlow SemiBold"/>
                <a:cs typeface="Barlow SemiBold"/>
                <a:sym typeface="Barlow SemiBold"/>
              </a:defRPr>
            </a:lvl2pPr>
            <a:lvl3pPr marR="0" lvl="2" algn="l" rtl="0">
              <a:lnSpc>
                <a:spcPct val="100000"/>
              </a:lnSpc>
              <a:spcBef>
                <a:spcPts val="0"/>
              </a:spcBef>
              <a:spcAft>
                <a:spcPts val="0"/>
              </a:spcAft>
              <a:buClr>
                <a:schemeClr val="dk2"/>
              </a:buClr>
              <a:buSzPts val="2800"/>
              <a:buFont typeface="Barlow SemiBold"/>
              <a:buNone/>
              <a:defRPr sz="2800" b="0" i="0" u="none" strike="noStrike" cap="none">
                <a:solidFill>
                  <a:schemeClr val="dk2"/>
                </a:solidFill>
                <a:latin typeface="Barlow SemiBold"/>
                <a:ea typeface="Barlow SemiBold"/>
                <a:cs typeface="Barlow SemiBold"/>
                <a:sym typeface="Barlow SemiBold"/>
              </a:defRPr>
            </a:lvl3pPr>
            <a:lvl4pPr marR="0" lvl="3" algn="l" rtl="0">
              <a:lnSpc>
                <a:spcPct val="100000"/>
              </a:lnSpc>
              <a:spcBef>
                <a:spcPts val="0"/>
              </a:spcBef>
              <a:spcAft>
                <a:spcPts val="0"/>
              </a:spcAft>
              <a:buClr>
                <a:schemeClr val="dk2"/>
              </a:buClr>
              <a:buSzPts val="2800"/>
              <a:buFont typeface="Barlow SemiBold"/>
              <a:buNone/>
              <a:defRPr sz="2800" b="0" i="0" u="none" strike="noStrike" cap="none">
                <a:solidFill>
                  <a:schemeClr val="dk2"/>
                </a:solidFill>
                <a:latin typeface="Barlow SemiBold"/>
                <a:ea typeface="Barlow SemiBold"/>
                <a:cs typeface="Barlow SemiBold"/>
                <a:sym typeface="Barlow SemiBold"/>
              </a:defRPr>
            </a:lvl4pPr>
            <a:lvl5pPr marR="0" lvl="4" algn="l" rtl="0">
              <a:lnSpc>
                <a:spcPct val="100000"/>
              </a:lnSpc>
              <a:spcBef>
                <a:spcPts val="0"/>
              </a:spcBef>
              <a:spcAft>
                <a:spcPts val="0"/>
              </a:spcAft>
              <a:buClr>
                <a:schemeClr val="dk2"/>
              </a:buClr>
              <a:buSzPts val="2800"/>
              <a:buFont typeface="Barlow SemiBold"/>
              <a:buNone/>
              <a:defRPr sz="2800" b="0" i="0" u="none" strike="noStrike" cap="none">
                <a:solidFill>
                  <a:schemeClr val="dk2"/>
                </a:solidFill>
                <a:latin typeface="Barlow SemiBold"/>
                <a:ea typeface="Barlow SemiBold"/>
                <a:cs typeface="Barlow SemiBold"/>
                <a:sym typeface="Barlow SemiBold"/>
              </a:defRPr>
            </a:lvl5pPr>
            <a:lvl6pPr marR="0" lvl="5" algn="l" rtl="0">
              <a:lnSpc>
                <a:spcPct val="100000"/>
              </a:lnSpc>
              <a:spcBef>
                <a:spcPts val="0"/>
              </a:spcBef>
              <a:spcAft>
                <a:spcPts val="0"/>
              </a:spcAft>
              <a:buClr>
                <a:schemeClr val="dk2"/>
              </a:buClr>
              <a:buSzPts val="2800"/>
              <a:buFont typeface="Barlow SemiBold"/>
              <a:buNone/>
              <a:defRPr sz="2800" b="0" i="0" u="none" strike="noStrike" cap="none">
                <a:solidFill>
                  <a:schemeClr val="dk2"/>
                </a:solidFill>
                <a:latin typeface="Barlow SemiBold"/>
                <a:ea typeface="Barlow SemiBold"/>
                <a:cs typeface="Barlow SemiBold"/>
                <a:sym typeface="Barlow SemiBold"/>
              </a:defRPr>
            </a:lvl6pPr>
            <a:lvl7pPr marR="0" lvl="6" algn="l" rtl="0">
              <a:lnSpc>
                <a:spcPct val="100000"/>
              </a:lnSpc>
              <a:spcBef>
                <a:spcPts val="0"/>
              </a:spcBef>
              <a:spcAft>
                <a:spcPts val="0"/>
              </a:spcAft>
              <a:buClr>
                <a:schemeClr val="dk2"/>
              </a:buClr>
              <a:buSzPts val="2800"/>
              <a:buFont typeface="Barlow SemiBold"/>
              <a:buNone/>
              <a:defRPr sz="2800" b="0" i="0" u="none" strike="noStrike" cap="none">
                <a:solidFill>
                  <a:schemeClr val="dk2"/>
                </a:solidFill>
                <a:latin typeface="Barlow SemiBold"/>
                <a:ea typeface="Barlow SemiBold"/>
                <a:cs typeface="Barlow SemiBold"/>
                <a:sym typeface="Barlow SemiBold"/>
              </a:defRPr>
            </a:lvl7pPr>
            <a:lvl8pPr marR="0" lvl="7" algn="l" rtl="0">
              <a:lnSpc>
                <a:spcPct val="100000"/>
              </a:lnSpc>
              <a:spcBef>
                <a:spcPts val="0"/>
              </a:spcBef>
              <a:spcAft>
                <a:spcPts val="0"/>
              </a:spcAft>
              <a:buClr>
                <a:schemeClr val="dk2"/>
              </a:buClr>
              <a:buSzPts val="2800"/>
              <a:buFont typeface="Barlow SemiBold"/>
              <a:buNone/>
              <a:defRPr sz="2800" b="0" i="0" u="none" strike="noStrike" cap="none">
                <a:solidFill>
                  <a:schemeClr val="dk2"/>
                </a:solidFill>
                <a:latin typeface="Barlow SemiBold"/>
                <a:ea typeface="Barlow SemiBold"/>
                <a:cs typeface="Barlow SemiBold"/>
                <a:sym typeface="Barlow SemiBold"/>
              </a:defRPr>
            </a:lvl8pPr>
            <a:lvl9pPr marR="0" lvl="8" algn="l" rtl="0">
              <a:lnSpc>
                <a:spcPct val="100000"/>
              </a:lnSpc>
              <a:spcBef>
                <a:spcPts val="0"/>
              </a:spcBef>
              <a:spcAft>
                <a:spcPts val="0"/>
              </a:spcAft>
              <a:buClr>
                <a:schemeClr val="dk2"/>
              </a:buClr>
              <a:buSzPts val="2800"/>
              <a:buFont typeface="Barlow SemiBold"/>
              <a:buNone/>
              <a:defRPr sz="2800" b="0" i="0" u="none" strike="noStrike" cap="none">
                <a:solidFill>
                  <a:schemeClr val="dk2"/>
                </a:solidFill>
                <a:latin typeface="Barlow SemiBold"/>
                <a:ea typeface="Barlow SemiBold"/>
                <a:cs typeface="Barlow SemiBold"/>
                <a:sym typeface="Barlow SemiBold"/>
              </a:defRPr>
            </a:lvl9pPr>
          </a:lstStyle>
          <a:p>
            <a:r>
              <a:rPr lang="vi-VN" dirty="0">
                <a:latin typeface="+mn-lt"/>
              </a:rPr>
              <a:t>Kết luận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1"/>
          <p:cNvSpPr/>
          <p:nvPr/>
        </p:nvSpPr>
        <p:spPr>
          <a:xfrm>
            <a:off x="1020206" y="1932275"/>
            <a:ext cx="5107800" cy="13128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1"/>
          <p:cNvSpPr txBox="1">
            <a:spLocks noGrp="1"/>
          </p:cNvSpPr>
          <p:nvPr>
            <p:ph type="title"/>
          </p:nvPr>
        </p:nvSpPr>
        <p:spPr>
          <a:xfrm>
            <a:off x="1020206" y="1932275"/>
            <a:ext cx="5107800" cy="1312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latin typeface="+mj-lt"/>
              </a:rPr>
              <a:t>Giới thiệu</a:t>
            </a:r>
            <a:endParaRPr dirty="0">
              <a:latin typeface="+mj-lt"/>
            </a:endParaRPr>
          </a:p>
        </p:txBody>
      </p:sp>
      <p:sp>
        <p:nvSpPr>
          <p:cNvPr id="355" name="Google Shape;355;p41"/>
          <p:cNvSpPr txBox="1">
            <a:spLocks noGrp="1"/>
          </p:cNvSpPr>
          <p:nvPr>
            <p:ph type="title" idx="2"/>
          </p:nvPr>
        </p:nvSpPr>
        <p:spPr>
          <a:xfrm>
            <a:off x="6004594" y="1530150"/>
            <a:ext cx="2121000" cy="19635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en" dirty="0"/>
              <a:t>1</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42"/>
          <p:cNvSpPr txBox="1">
            <a:spLocks noGrp="1"/>
          </p:cNvSpPr>
          <p:nvPr>
            <p:ph type="subTitle" idx="1"/>
          </p:nvPr>
        </p:nvSpPr>
        <p:spPr>
          <a:xfrm>
            <a:off x="2138550" y="1216416"/>
            <a:ext cx="4866900" cy="1255500"/>
          </a:xfrm>
          <a:prstGeom prst="rect">
            <a:avLst/>
          </a:prstGeom>
        </p:spPr>
        <p:txBody>
          <a:bodyPr spcFirstLastPara="1" wrap="square" lIns="0" tIns="0" rIns="0" bIns="0" anchor="t" anchorCtr="0">
            <a:noAutofit/>
          </a:bodyPr>
          <a:lstStyle/>
          <a:p>
            <a:pPr marL="0" lvl="0" indent="0" algn="l">
              <a:spcAft>
                <a:spcPts val="1200"/>
              </a:spcAft>
            </a:pPr>
            <a:r>
              <a:rPr lang="vi-VN" dirty="0">
                <a:latin typeface="+mn-lt"/>
              </a:rPr>
              <a:t>- Xây dựng một hệ thống phần mềm giúp quản lý toàn bộ hoạt động của nhà hàng như đặt bàn, quản lý thực đơn, gọi món, thanh toán và báo cáo doanh thu, nhằm tối ưu hóa quy trình phục vụ và nâng cao trải nghiệm khách hàng.</a:t>
            </a:r>
            <a:endParaRPr dirty="0">
              <a:latin typeface="+mn-lt"/>
            </a:endParaRPr>
          </a:p>
        </p:txBody>
      </p:sp>
      <p:sp>
        <p:nvSpPr>
          <p:cNvPr id="4" name="Google Shape;361;p42">
            <a:extLst>
              <a:ext uri="{FF2B5EF4-FFF2-40B4-BE49-F238E27FC236}">
                <a16:creationId xmlns:a16="http://schemas.microsoft.com/office/drawing/2014/main" id="{E1E3543E-FC2A-CFDF-E018-318F39409185}"/>
              </a:ext>
            </a:extLst>
          </p:cNvPr>
          <p:cNvSpPr txBox="1">
            <a:spLocks/>
          </p:cNvSpPr>
          <p:nvPr/>
        </p:nvSpPr>
        <p:spPr>
          <a:xfrm>
            <a:off x="2138550" y="3211493"/>
            <a:ext cx="4866900" cy="1255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Syne"/>
              <a:buNone/>
              <a:defRPr sz="1600" b="0" i="0" u="none" strike="noStrike" cap="none">
                <a:solidFill>
                  <a:schemeClr val="dk1"/>
                </a:solidFill>
                <a:latin typeface="Syne"/>
                <a:ea typeface="Syne"/>
                <a:cs typeface="Syne"/>
                <a:sym typeface="Syne"/>
              </a:defRPr>
            </a:lvl1pPr>
            <a:lvl2pPr marL="914400" marR="0" lvl="1"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2pPr>
            <a:lvl3pPr marL="1371600" marR="0" lvl="2"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3pPr>
            <a:lvl4pPr marL="1828800" marR="0" lvl="3"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4pPr>
            <a:lvl5pPr marL="2286000" marR="0" lvl="4"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5pPr>
            <a:lvl6pPr marL="2743200" marR="0" lvl="5"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6pPr>
            <a:lvl7pPr marL="3200400" marR="0" lvl="6"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7pPr>
            <a:lvl8pPr marL="3657600" marR="0" lvl="7"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8pPr>
            <a:lvl9pPr marL="4114800" marR="0" lvl="8"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9pPr>
          </a:lstStyle>
          <a:p>
            <a:pPr marL="0" indent="0" algn="l">
              <a:spcAft>
                <a:spcPts val="1200"/>
              </a:spcAft>
            </a:pPr>
            <a:r>
              <a:rPr lang="vi-VN" dirty="0">
                <a:latin typeface="+mn-lt"/>
              </a:rPr>
              <a:t>- Hệ thống được phát triển dưới dạng ứng dụng </a:t>
            </a:r>
            <a:r>
              <a:rPr lang="vi-VN" dirty="0" err="1">
                <a:latin typeface="+mn-lt"/>
              </a:rPr>
              <a:t>web</a:t>
            </a:r>
            <a:r>
              <a:rPr lang="vi-VN" dirty="0">
                <a:latin typeface="+mn-lt"/>
              </a:rPr>
              <a:t> dành cho nhân viên và quản lý, hỗ trợ thao tác nhanh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7EDB0E32-B615-9249-FC0D-73DA17D0490C}"/>
            </a:ext>
          </a:extLst>
        </p:cNvPr>
        <p:cNvGrpSpPr/>
        <p:nvPr/>
      </p:nvGrpSpPr>
      <p:grpSpPr>
        <a:xfrm>
          <a:off x="0" y="0"/>
          <a:ext cx="0" cy="0"/>
          <a:chOff x="0" y="0"/>
          <a:chExt cx="0" cy="0"/>
        </a:xfrm>
      </p:grpSpPr>
      <p:sp>
        <p:nvSpPr>
          <p:cNvPr id="352" name="Google Shape;352;p41">
            <a:extLst>
              <a:ext uri="{FF2B5EF4-FFF2-40B4-BE49-F238E27FC236}">
                <a16:creationId xmlns:a16="http://schemas.microsoft.com/office/drawing/2014/main" id="{B7CFD8DC-C71D-8D86-464E-6B412358C31D}"/>
              </a:ext>
            </a:extLst>
          </p:cNvPr>
          <p:cNvSpPr/>
          <p:nvPr/>
        </p:nvSpPr>
        <p:spPr>
          <a:xfrm>
            <a:off x="1020206" y="1932275"/>
            <a:ext cx="5107800" cy="13128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1">
            <a:extLst>
              <a:ext uri="{FF2B5EF4-FFF2-40B4-BE49-F238E27FC236}">
                <a16:creationId xmlns:a16="http://schemas.microsoft.com/office/drawing/2014/main" id="{BBC13E92-84A0-EE82-3B6F-F8101FB60739}"/>
              </a:ext>
            </a:extLst>
          </p:cNvPr>
          <p:cNvSpPr txBox="1">
            <a:spLocks noGrp="1"/>
          </p:cNvSpPr>
          <p:nvPr>
            <p:ph type="title"/>
          </p:nvPr>
        </p:nvSpPr>
        <p:spPr>
          <a:xfrm>
            <a:off x="1020206" y="1932275"/>
            <a:ext cx="5107800" cy="1312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dirty="0">
                <a:latin typeface="+mn-lt"/>
              </a:rPr>
              <a:t>Quản </a:t>
            </a:r>
            <a:r>
              <a:rPr lang="en-US" dirty="0" err="1">
                <a:latin typeface="+mn-lt"/>
              </a:rPr>
              <a:t>lý</a:t>
            </a:r>
            <a:r>
              <a:rPr lang="en-US" dirty="0">
                <a:latin typeface="+mn-lt"/>
              </a:rPr>
              <a:t> </a:t>
            </a:r>
            <a:r>
              <a:rPr lang="en-US" dirty="0" err="1">
                <a:latin typeface="+mn-lt"/>
              </a:rPr>
              <a:t>dự</a:t>
            </a:r>
            <a:r>
              <a:rPr lang="en-US" dirty="0">
                <a:latin typeface="+mn-lt"/>
              </a:rPr>
              <a:t> </a:t>
            </a:r>
            <a:r>
              <a:rPr lang="en-US" dirty="0" err="1">
                <a:latin typeface="+mn-lt"/>
              </a:rPr>
              <a:t>án</a:t>
            </a:r>
            <a:endParaRPr dirty="0">
              <a:latin typeface="+mn-lt"/>
            </a:endParaRPr>
          </a:p>
        </p:txBody>
      </p:sp>
      <p:sp>
        <p:nvSpPr>
          <p:cNvPr id="355" name="Google Shape;355;p41">
            <a:extLst>
              <a:ext uri="{FF2B5EF4-FFF2-40B4-BE49-F238E27FC236}">
                <a16:creationId xmlns:a16="http://schemas.microsoft.com/office/drawing/2014/main" id="{A4FEEC8E-EDA8-9F1C-57D7-D4B0EB7F544A}"/>
              </a:ext>
            </a:extLst>
          </p:cNvPr>
          <p:cNvSpPr txBox="1">
            <a:spLocks noGrp="1"/>
          </p:cNvSpPr>
          <p:nvPr>
            <p:ph type="title" idx="2"/>
          </p:nvPr>
        </p:nvSpPr>
        <p:spPr>
          <a:xfrm>
            <a:off x="6004594" y="1530150"/>
            <a:ext cx="2121000" cy="19635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vi-VN" dirty="0"/>
              <a:t>2</a:t>
            </a:r>
            <a:endParaRPr dirty="0"/>
          </a:p>
        </p:txBody>
      </p:sp>
    </p:spTree>
    <p:extLst>
      <p:ext uri="{BB962C8B-B14F-4D97-AF65-F5344CB8AC3E}">
        <p14:creationId xmlns:p14="http://schemas.microsoft.com/office/powerpoint/2010/main" val="781702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A5C7C7B6-E6BF-A637-A528-3199125E2B02}"/>
            </a:ext>
          </a:extLst>
        </p:cNvPr>
        <p:cNvGrpSpPr/>
        <p:nvPr/>
      </p:nvGrpSpPr>
      <p:grpSpPr>
        <a:xfrm>
          <a:off x="0" y="0"/>
          <a:ext cx="0" cy="0"/>
          <a:chOff x="0" y="0"/>
          <a:chExt cx="0" cy="0"/>
        </a:xfrm>
      </p:grpSpPr>
      <p:sp>
        <p:nvSpPr>
          <p:cNvPr id="361" name="Google Shape;361;p42">
            <a:extLst>
              <a:ext uri="{FF2B5EF4-FFF2-40B4-BE49-F238E27FC236}">
                <a16:creationId xmlns:a16="http://schemas.microsoft.com/office/drawing/2014/main" id="{C1CAA0C0-035B-D539-786B-E4EC68789CBA}"/>
              </a:ext>
            </a:extLst>
          </p:cNvPr>
          <p:cNvSpPr txBox="1">
            <a:spLocks noGrp="1"/>
          </p:cNvSpPr>
          <p:nvPr>
            <p:ph type="subTitle" idx="1"/>
          </p:nvPr>
        </p:nvSpPr>
        <p:spPr>
          <a:xfrm>
            <a:off x="2198765" y="1893092"/>
            <a:ext cx="3003395" cy="1255500"/>
          </a:xfrm>
          <a:prstGeom prst="rect">
            <a:avLst/>
          </a:prstGeom>
        </p:spPr>
        <p:txBody>
          <a:bodyPr spcFirstLastPara="1" wrap="square" lIns="0" tIns="0" rIns="0" bIns="0" anchor="t" anchorCtr="0">
            <a:noAutofit/>
          </a:bodyPr>
          <a:lstStyle/>
          <a:p>
            <a:pPr marL="0" lvl="0" indent="0" algn="l">
              <a:spcAft>
                <a:spcPts val="1200"/>
              </a:spcAft>
            </a:pPr>
            <a:r>
              <a:rPr lang="vi-VN" dirty="0">
                <a:latin typeface="+mn-lt"/>
              </a:rPr>
              <a:t>công cụ dùng để quản lý, truy vấn và bảo trì cơ sở dữ liệu</a:t>
            </a:r>
            <a:endParaRPr dirty="0">
              <a:latin typeface="+mn-lt"/>
            </a:endParaRPr>
          </a:p>
        </p:txBody>
      </p:sp>
      <p:sp>
        <p:nvSpPr>
          <p:cNvPr id="4" name="Google Shape;361;p42">
            <a:extLst>
              <a:ext uri="{FF2B5EF4-FFF2-40B4-BE49-F238E27FC236}">
                <a16:creationId xmlns:a16="http://schemas.microsoft.com/office/drawing/2014/main" id="{2388A9A4-7CF5-EABF-7A82-A99DFF32501F}"/>
              </a:ext>
            </a:extLst>
          </p:cNvPr>
          <p:cNvSpPr txBox="1">
            <a:spLocks/>
          </p:cNvSpPr>
          <p:nvPr/>
        </p:nvSpPr>
        <p:spPr>
          <a:xfrm>
            <a:off x="2835617" y="645242"/>
            <a:ext cx="4866900" cy="1255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Syne"/>
              <a:buNone/>
              <a:defRPr sz="1600" b="0" i="0" u="none" strike="noStrike" cap="none">
                <a:solidFill>
                  <a:schemeClr val="dk1"/>
                </a:solidFill>
                <a:latin typeface="Syne"/>
                <a:ea typeface="Syne"/>
                <a:cs typeface="Syne"/>
                <a:sym typeface="Syne"/>
              </a:defRPr>
            </a:lvl1pPr>
            <a:lvl2pPr marL="914400" marR="0" lvl="1"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2pPr>
            <a:lvl3pPr marL="1371600" marR="0" lvl="2"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3pPr>
            <a:lvl4pPr marL="1828800" marR="0" lvl="3"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4pPr>
            <a:lvl5pPr marL="2286000" marR="0" lvl="4"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5pPr>
            <a:lvl6pPr marL="2743200" marR="0" lvl="5"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6pPr>
            <a:lvl7pPr marL="3200400" marR="0" lvl="6"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7pPr>
            <a:lvl8pPr marL="3657600" marR="0" lvl="7"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8pPr>
            <a:lvl9pPr marL="4114800" marR="0" lvl="8"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9pPr>
          </a:lstStyle>
          <a:p>
            <a:pPr marL="0" indent="0" algn="l">
              <a:spcAft>
                <a:spcPts val="1200"/>
              </a:spcAft>
            </a:pPr>
            <a:r>
              <a:rPr lang="vi-VN" dirty="0">
                <a:latin typeface="+mn-lt"/>
              </a:rPr>
              <a:t>IDE sử dụng để </a:t>
            </a:r>
            <a:r>
              <a:rPr lang="vi-VN" dirty="0" err="1">
                <a:latin typeface="+mn-lt"/>
              </a:rPr>
              <a:t>code</a:t>
            </a:r>
            <a:r>
              <a:rPr lang="vi-VN" dirty="0">
                <a:latin typeface="+mn-lt"/>
              </a:rPr>
              <a:t> trang </a:t>
            </a:r>
            <a:r>
              <a:rPr lang="vi-VN" dirty="0" err="1">
                <a:latin typeface="+mn-lt"/>
              </a:rPr>
              <a:t>web</a:t>
            </a:r>
            <a:endParaRPr lang="vi-VN" dirty="0">
              <a:latin typeface="+mn-lt"/>
            </a:endParaRPr>
          </a:p>
        </p:txBody>
      </p:sp>
      <p:pic>
        <p:nvPicPr>
          <p:cNvPr id="1026" name="Picture 2" descr="Visual Studio – Wikipedia tiếng Việt">
            <a:extLst>
              <a:ext uri="{FF2B5EF4-FFF2-40B4-BE49-F238E27FC236}">
                <a16:creationId xmlns:a16="http://schemas.microsoft.com/office/drawing/2014/main" id="{4F321313-A24D-D586-C7F2-41CEC9858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523" y="109666"/>
            <a:ext cx="1384597" cy="138459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E8D77FE-DE03-CC01-7C68-EEB3F064A19A}"/>
              </a:ext>
            </a:extLst>
          </p:cNvPr>
          <p:cNvPicPr>
            <a:picLocks noChangeAspect="1"/>
          </p:cNvPicPr>
          <p:nvPr/>
        </p:nvPicPr>
        <p:blipFill>
          <a:blip r:embed="rId4"/>
          <a:stretch>
            <a:fillRect/>
          </a:stretch>
        </p:blipFill>
        <p:spPr>
          <a:xfrm>
            <a:off x="5469789" y="1534918"/>
            <a:ext cx="3293892" cy="1613674"/>
          </a:xfrm>
          <a:prstGeom prst="rect">
            <a:avLst/>
          </a:prstGeom>
        </p:spPr>
      </p:pic>
      <p:pic>
        <p:nvPicPr>
          <p:cNvPr id="5" name="Picture 4">
            <a:extLst>
              <a:ext uri="{FF2B5EF4-FFF2-40B4-BE49-F238E27FC236}">
                <a16:creationId xmlns:a16="http://schemas.microsoft.com/office/drawing/2014/main" id="{B1EE6DBE-FB90-6FE8-70FA-6DD4558353D5}"/>
              </a:ext>
            </a:extLst>
          </p:cNvPr>
          <p:cNvPicPr>
            <a:picLocks noChangeAspect="1"/>
          </p:cNvPicPr>
          <p:nvPr/>
        </p:nvPicPr>
        <p:blipFill>
          <a:blip r:embed="rId5"/>
          <a:stretch>
            <a:fillRect/>
          </a:stretch>
        </p:blipFill>
        <p:spPr>
          <a:xfrm>
            <a:off x="483220" y="2914186"/>
            <a:ext cx="3882962" cy="2013528"/>
          </a:xfrm>
          <a:prstGeom prst="rect">
            <a:avLst/>
          </a:prstGeom>
        </p:spPr>
      </p:pic>
      <p:sp>
        <p:nvSpPr>
          <p:cNvPr id="7" name="Google Shape;361;p42">
            <a:extLst>
              <a:ext uri="{FF2B5EF4-FFF2-40B4-BE49-F238E27FC236}">
                <a16:creationId xmlns:a16="http://schemas.microsoft.com/office/drawing/2014/main" id="{9DD68B3E-F581-43CC-9A34-41F2C8967F04}"/>
              </a:ext>
            </a:extLst>
          </p:cNvPr>
          <p:cNvSpPr txBox="1">
            <a:spLocks/>
          </p:cNvSpPr>
          <p:nvPr/>
        </p:nvSpPr>
        <p:spPr>
          <a:xfrm>
            <a:off x="5202160" y="3672445"/>
            <a:ext cx="3561521" cy="1255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Syne"/>
              <a:buNone/>
              <a:defRPr sz="1600" b="0" i="0" u="none" strike="noStrike" cap="none">
                <a:solidFill>
                  <a:schemeClr val="dk1"/>
                </a:solidFill>
                <a:latin typeface="Syne"/>
                <a:ea typeface="Syne"/>
                <a:cs typeface="Syne"/>
                <a:sym typeface="Syne"/>
              </a:defRPr>
            </a:lvl1pPr>
            <a:lvl2pPr marL="914400" marR="0" lvl="1"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2pPr>
            <a:lvl3pPr marL="1371600" marR="0" lvl="2"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3pPr>
            <a:lvl4pPr marL="1828800" marR="0" lvl="3"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4pPr>
            <a:lvl5pPr marL="2286000" marR="0" lvl="4"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5pPr>
            <a:lvl6pPr marL="2743200" marR="0" lvl="5"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6pPr>
            <a:lvl7pPr marL="3200400" marR="0" lvl="6"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7pPr>
            <a:lvl8pPr marL="3657600" marR="0" lvl="7"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8pPr>
            <a:lvl9pPr marL="4114800" marR="0" lvl="8"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9pPr>
          </a:lstStyle>
          <a:p>
            <a:pPr marL="0" indent="0" algn="l">
              <a:spcAft>
                <a:spcPts val="1200"/>
              </a:spcAft>
            </a:pPr>
            <a:r>
              <a:rPr lang="vi-VN" dirty="0">
                <a:latin typeface="+mn-lt"/>
              </a:rPr>
              <a:t>Microsoft Project là phần mềm quản lý dự án giúp lập kế hoạch, phân bổ nguồn lực và theo dõi tiến độ một cách trực quan và hiệu quả.</a:t>
            </a:r>
          </a:p>
        </p:txBody>
      </p:sp>
    </p:spTree>
    <p:extLst>
      <p:ext uri="{BB962C8B-B14F-4D97-AF65-F5344CB8AC3E}">
        <p14:creationId xmlns:p14="http://schemas.microsoft.com/office/powerpoint/2010/main" val="2337803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F430364E-8831-9335-1C25-ABE50781C76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5ABBFAC-3381-1928-A801-C2F7FC261E2D}"/>
              </a:ext>
            </a:extLst>
          </p:cNvPr>
          <p:cNvPicPr>
            <a:picLocks noChangeAspect="1"/>
          </p:cNvPicPr>
          <p:nvPr/>
        </p:nvPicPr>
        <p:blipFill>
          <a:blip r:embed="rId3"/>
          <a:stretch>
            <a:fillRect/>
          </a:stretch>
        </p:blipFill>
        <p:spPr>
          <a:xfrm>
            <a:off x="1671793" y="0"/>
            <a:ext cx="5800414" cy="5143500"/>
          </a:xfrm>
          <a:prstGeom prst="rect">
            <a:avLst/>
          </a:prstGeom>
        </p:spPr>
      </p:pic>
    </p:spTree>
    <p:extLst>
      <p:ext uri="{BB962C8B-B14F-4D97-AF65-F5344CB8AC3E}">
        <p14:creationId xmlns:p14="http://schemas.microsoft.com/office/powerpoint/2010/main" val="1513322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AA36425C-31F7-88A4-E3FF-9472C2F87F2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F9F0C92-8964-D972-C630-606EEF79A686}"/>
              </a:ext>
            </a:extLst>
          </p:cNvPr>
          <p:cNvPicPr>
            <a:picLocks noChangeAspect="1"/>
          </p:cNvPicPr>
          <p:nvPr/>
        </p:nvPicPr>
        <p:blipFill>
          <a:blip r:embed="rId3"/>
          <a:stretch>
            <a:fillRect/>
          </a:stretch>
        </p:blipFill>
        <p:spPr>
          <a:xfrm>
            <a:off x="575705" y="490247"/>
            <a:ext cx="7992590" cy="4163006"/>
          </a:xfrm>
          <a:prstGeom prst="rect">
            <a:avLst/>
          </a:prstGeom>
        </p:spPr>
      </p:pic>
    </p:spTree>
    <p:extLst>
      <p:ext uri="{BB962C8B-B14F-4D97-AF65-F5344CB8AC3E}">
        <p14:creationId xmlns:p14="http://schemas.microsoft.com/office/powerpoint/2010/main" val="3018533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54254664-46F1-43CE-8066-647C3E92CCB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FAA454-63EC-2D4E-8DDD-8F89DB100135}"/>
              </a:ext>
            </a:extLst>
          </p:cNvPr>
          <p:cNvPicPr>
            <a:picLocks noChangeAspect="1"/>
          </p:cNvPicPr>
          <p:nvPr/>
        </p:nvPicPr>
        <p:blipFill>
          <a:blip r:embed="rId3"/>
          <a:stretch>
            <a:fillRect/>
          </a:stretch>
        </p:blipFill>
        <p:spPr>
          <a:xfrm>
            <a:off x="1695655" y="0"/>
            <a:ext cx="5752690" cy="5143500"/>
          </a:xfrm>
          <a:prstGeom prst="rect">
            <a:avLst/>
          </a:prstGeom>
        </p:spPr>
      </p:pic>
    </p:spTree>
    <p:extLst>
      <p:ext uri="{BB962C8B-B14F-4D97-AF65-F5344CB8AC3E}">
        <p14:creationId xmlns:p14="http://schemas.microsoft.com/office/powerpoint/2010/main" val="4187986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5BE12183-DAE3-C10A-4B71-116BAC6E8D3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B8EEB9F-957E-98E7-E1E6-DB336F14F15C}"/>
              </a:ext>
            </a:extLst>
          </p:cNvPr>
          <p:cNvPicPr>
            <a:picLocks noChangeAspect="1"/>
          </p:cNvPicPr>
          <p:nvPr/>
        </p:nvPicPr>
        <p:blipFill>
          <a:blip r:embed="rId3"/>
          <a:stretch>
            <a:fillRect/>
          </a:stretch>
        </p:blipFill>
        <p:spPr>
          <a:xfrm>
            <a:off x="1474210" y="0"/>
            <a:ext cx="6195580" cy="5143500"/>
          </a:xfrm>
          <a:prstGeom prst="rect">
            <a:avLst/>
          </a:prstGeom>
        </p:spPr>
      </p:pic>
    </p:spTree>
    <p:extLst>
      <p:ext uri="{BB962C8B-B14F-4D97-AF65-F5344CB8AC3E}">
        <p14:creationId xmlns:p14="http://schemas.microsoft.com/office/powerpoint/2010/main" val="1812058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C79C24F4-9A8F-4DC5-095B-A68BBDEC7E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EC763D-5F30-290D-7B76-9C60A7879C89}"/>
              </a:ext>
            </a:extLst>
          </p:cNvPr>
          <p:cNvPicPr>
            <a:picLocks noChangeAspect="1"/>
          </p:cNvPicPr>
          <p:nvPr/>
        </p:nvPicPr>
        <p:blipFill>
          <a:blip r:embed="rId3"/>
          <a:stretch>
            <a:fillRect/>
          </a:stretch>
        </p:blipFill>
        <p:spPr>
          <a:xfrm>
            <a:off x="0" y="913825"/>
            <a:ext cx="9144000" cy="3315850"/>
          </a:xfrm>
          <a:prstGeom prst="rect">
            <a:avLst/>
          </a:prstGeom>
        </p:spPr>
      </p:pic>
    </p:spTree>
    <p:extLst>
      <p:ext uri="{BB962C8B-B14F-4D97-AF65-F5344CB8AC3E}">
        <p14:creationId xmlns:p14="http://schemas.microsoft.com/office/powerpoint/2010/main" val="960147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11130CE9-EE19-A624-976C-BE6D2AED96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E248084-6319-6965-612A-B82D9D548005}"/>
              </a:ext>
            </a:extLst>
          </p:cNvPr>
          <p:cNvPicPr>
            <a:picLocks noChangeAspect="1"/>
          </p:cNvPicPr>
          <p:nvPr/>
        </p:nvPicPr>
        <p:blipFill>
          <a:blip r:embed="rId3"/>
          <a:stretch>
            <a:fillRect/>
          </a:stretch>
        </p:blipFill>
        <p:spPr>
          <a:xfrm>
            <a:off x="1894877" y="0"/>
            <a:ext cx="5354245" cy="5143500"/>
          </a:xfrm>
          <a:prstGeom prst="rect">
            <a:avLst/>
          </a:prstGeom>
        </p:spPr>
      </p:pic>
    </p:spTree>
    <p:extLst>
      <p:ext uri="{BB962C8B-B14F-4D97-AF65-F5344CB8AC3E}">
        <p14:creationId xmlns:p14="http://schemas.microsoft.com/office/powerpoint/2010/main" val="1050070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33B86E05-26F2-C70D-5131-5C7E89E319B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6BA5F92-1714-16F3-2311-AECC8B2A8F03}"/>
              </a:ext>
            </a:extLst>
          </p:cNvPr>
          <p:cNvPicPr>
            <a:picLocks noChangeAspect="1"/>
          </p:cNvPicPr>
          <p:nvPr/>
        </p:nvPicPr>
        <p:blipFill>
          <a:blip r:embed="rId3"/>
          <a:stretch>
            <a:fillRect/>
          </a:stretch>
        </p:blipFill>
        <p:spPr>
          <a:xfrm>
            <a:off x="499494" y="328299"/>
            <a:ext cx="8145012" cy="4486901"/>
          </a:xfrm>
          <a:prstGeom prst="rect">
            <a:avLst/>
          </a:prstGeom>
        </p:spPr>
      </p:pic>
    </p:spTree>
    <p:extLst>
      <p:ext uri="{BB962C8B-B14F-4D97-AF65-F5344CB8AC3E}">
        <p14:creationId xmlns:p14="http://schemas.microsoft.com/office/powerpoint/2010/main" val="582797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29705607-00E1-4088-9CE1-DDF468B3AE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5090B28-97F1-FED4-017E-1FF8030C55EF}"/>
              </a:ext>
            </a:extLst>
          </p:cNvPr>
          <p:cNvPicPr>
            <a:picLocks noChangeAspect="1"/>
          </p:cNvPicPr>
          <p:nvPr/>
        </p:nvPicPr>
        <p:blipFill>
          <a:blip r:embed="rId3"/>
          <a:stretch>
            <a:fillRect/>
          </a:stretch>
        </p:blipFill>
        <p:spPr>
          <a:xfrm>
            <a:off x="805116" y="0"/>
            <a:ext cx="7533767" cy="5143500"/>
          </a:xfrm>
          <a:prstGeom prst="rect">
            <a:avLst/>
          </a:prstGeom>
        </p:spPr>
      </p:pic>
    </p:spTree>
    <p:extLst>
      <p:ext uri="{BB962C8B-B14F-4D97-AF65-F5344CB8AC3E}">
        <p14:creationId xmlns:p14="http://schemas.microsoft.com/office/powerpoint/2010/main" val="1171929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91F47091-1D5A-BC0D-4042-79881FC0DC9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C70A865-BA01-7EAF-F7A1-37E4557CC9DF}"/>
              </a:ext>
            </a:extLst>
          </p:cNvPr>
          <p:cNvPicPr>
            <a:picLocks noChangeAspect="1"/>
          </p:cNvPicPr>
          <p:nvPr/>
        </p:nvPicPr>
        <p:blipFill>
          <a:blip r:embed="rId3"/>
          <a:stretch>
            <a:fillRect/>
          </a:stretch>
        </p:blipFill>
        <p:spPr>
          <a:xfrm>
            <a:off x="1504684" y="1523909"/>
            <a:ext cx="6134632" cy="2095682"/>
          </a:xfrm>
          <a:prstGeom prst="rect">
            <a:avLst/>
          </a:prstGeom>
        </p:spPr>
      </p:pic>
    </p:spTree>
    <p:extLst>
      <p:ext uri="{BB962C8B-B14F-4D97-AF65-F5344CB8AC3E}">
        <p14:creationId xmlns:p14="http://schemas.microsoft.com/office/powerpoint/2010/main" val="2406580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ED146AF0-A7FE-43AF-56A9-496997F7DCD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3DB8425-A794-D495-7828-CE9AADFD407B}"/>
              </a:ext>
            </a:extLst>
          </p:cNvPr>
          <p:cNvPicPr>
            <a:picLocks noChangeAspect="1"/>
          </p:cNvPicPr>
          <p:nvPr/>
        </p:nvPicPr>
        <p:blipFill>
          <a:blip r:embed="rId3"/>
          <a:stretch>
            <a:fillRect/>
          </a:stretch>
        </p:blipFill>
        <p:spPr>
          <a:xfrm>
            <a:off x="1002257" y="0"/>
            <a:ext cx="7139485" cy="5143500"/>
          </a:xfrm>
          <a:prstGeom prst="rect">
            <a:avLst/>
          </a:prstGeom>
        </p:spPr>
      </p:pic>
    </p:spTree>
    <p:extLst>
      <p:ext uri="{BB962C8B-B14F-4D97-AF65-F5344CB8AC3E}">
        <p14:creationId xmlns:p14="http://schemas.microsoft.com/office/powerpoint/2010/main" val="2943469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D820832D-3FB1-3583-AD47-E07CAAA3CA8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7B9E83-A43C-F454-6521-92B78070875E}"/>
              </a:ext>
            </a:extLst>
          </p:cNvPr>
          <p:cNvPicPr>
            <a:picLocks noChangeAspect="1"/>
          </p:cNvPicPr>
          <p:nvPr/>
        </p:nvPicPr>
        <p:blipFill>
          <a:blip r:embed="rId3"/>
          <a:stretch>
            <a:fillRect/>
          </a:stretch>
        </p:blipFill>
        <p:spPr>
          <a:xfrm>
            <a:off x="1382753" y="754222"/>
            <a:ext cx="6378493" cy="3635055"/>
          </a:xfrm>
          <a:prstGeom prst="rect">
            <a:avLst/>
          </a:prstGeom>
        </p:spPr>
      </p:pic>
    </p:spTree>
    <p:extLst>
      <p:ext uri="{BB962C8B-B14F-4D97-AF65-F5344CB8AC3E}">
        <p14:creationId xmlns:p14="http://schemas.microsoft.com/office/powerpoint/2010/main" val="3769305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FA0D8F72-461A-5C01-189B-3878E409DA5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0DE4EE-70DA-C61E-2FF0-02D383A28B14}"/>
              </a:ext>
            </a:extLst>
          </p:cNvPr>
          <p:cNvPicPr>
            <a:picLocks noChangeAspect="1"/>
          </p:cNvPicPr>
          <p:nvPr/>
        </p:nvPicPr>
        <p:blipFill>
          <a:blip r:embed="rId3"/>
          <a:stretch>
            <a:fillRect/>
          </a:stretch>
        </p:blipFill>
        <p:spPr>
          <a:xfrm>
            <a:off x="74342" y="680228"/>
            <a:ext cx="5471532" cy="517176"/>
          </a:xfrm>
          <a:prstGeom prst="rect">
            <a:avLst/>
          </a:prstGeom>
        </p:spPr>
      </p:pic>
      <p:pic>
        <p:nvPicPr>
          <p:cNvPr id="6" name="Picture 5">
            <a:extLst>
              <a:ext uri="{FF2B5EF4-FFF2-40B4-BE49-F238E27FC236}">
                <a16:creationId xmlns:a16="http://schemas.microsoft.com/office/drawing/2014/main" id="{747A1B4D-9D93-D4AD-0ED8-34463E69F68A}"/>
              </a:ext>
            </a:extLst>
          </p:cNvPr>
          <p:cNvPicPr>
            <a:picLocks noChangeAspect="1"/>
          </p:cNvPicPr>
          <p:nvPr/>
        </p:nvPicPr>
        <p:blipFill>
          <a:blip r:embed="rId4"/>
          <a:stretch>
            <a:fillRect/>
          </a:stretch>
        </p:blipFill>
        <p:spPr>
          <a:xfrm>
            <a:off x="5315414" y="680228"/>
            <a:ext cx="2165660" cy="524089"/>
          </a:xfrm>
          <a:prstGeom prst="rect">
            <a:avLst/>
          </a:prstGeom>
        </p:spPr>
      </p:pic>
      <p:pic>
        <p:nvPicPr>
          <p:cNvPr id="8" name="Picture 7">
            <a:extLst>
              <a:ext uri="{FF2B5EF4-FFF2-40B4-BE49-F238E27FC236}">
                <a16:creationId xmlns:a16="http://schemas.microsoft.com/office/drawing/2014/main" id="{9214B49C-D73C-ACF9-F801-C693749E0EF8}"/>
              </a:ext>
            </a:extLst>
          </p:cNvPr>
          <p:cNvPicPr>
            <a:picLocks noChangeAspect="1"/>
          </p:cNvPicPr>
          <p:nvPr/>
        </p:nvPicPr>
        <p:blipFill>
          <a:blip r:embed="rId5"/>
          <a:stretch>
            <a:fillRect/>
          </a:stretch>
        </p:blipFill>
        <p:spPr>
          <a:xfrm>
            <a:off x="0" y="1549310"/>
            <a:ext cx="9144000" cy="647259"/>
          </a:xfrm>
          <a:prstGeom prst="rect">
            <a:avLst/>
          </a:prstGeom>
        </p:spPr>
      </p:pic>
      <p:pic>
        <p:nvPicPr>
          <p:cNvPr id="10" name="Picture 9">
            <a:extLst>
              <a:ext uri="{FF2B5EF4-FFF2-40B4-BE49-F238E27FC236}">
                <a16:creationId xmlns:a16="http://schemas.microsoft.com/office/drawing/2014/main" id="{D4F03F9A-1CF3-38D9-DADA-5A3A63C5BE4D}"/>
              </a:ext>
            </a:extLst>
          </p:cNvPr>
          <p:cNvPicPr>
            <a:picLocks noChangeAspect="1"/>
          </p:cNvPicPr>
          <p:nvPr/>
        </p:nvPicPr>
        <p:blipFill>
          <a:blip r:embed="rId6"/>
          <a:stretch>
            <a:fillRect/>
          </a:stretch>
        </p:blipFill>
        <p:spPr>
          <a:xfrm>
            <a:off x="0" y="2531216"/>
            <a:ext cx="5986276" cy="249155"/>
          </a:xfrm>
          <a:prstGeom prst="rect">
            <a:avLst/>
          </a:prstGeom>
        </p:spPr>
      </p:pic>
      <p:pic>
        <p:nvPicPr>
          <p:cNvPr id="12" name="Picture 11">
            <a:extLst>
              <a:ext uri="{FF2B5EF4-FFF2-40B4-BE49-F238E27FC236}">
                <a16:creationId xmlns:a16="http://schemas.microsoft.com/office/drawing/2014/main" id="{5F1074C2-B4B6-D284-BF2D-C39B9DB085B3}"/>
              </a:ext>
            </a:extLst>
          </p:cNvPr>
          <p:cNvPicPr>
            <a:picLocks noChangeAspect="1"/>
          </p:cNvPicPr>
          <p:nvPr/>
        </p:nvPicPr>
        <p:blipFill>
          <a:blip r:embed="rId7"/>
          <a:stretch>
            <a:fillRect/>
          </a:stretch>
        </p:blipFill>
        <p:spPr>
          <a:xfrm>
            <a:off x="5545874" y="2531216"/>
            <a:ext cx="1402731" cy="284450"/>
          </a:xfrm>
          <a:prstGeom prst="rect">
            <a:avLst/>
          </a:prstGeom>
        </p:spPr>
      </p:pic>
    </p:spTree>
    <p:extLst>
      <p:ext uri="{BB962C8B-B14F-4D97-AF65-F5344CB8AC3E}">
        <p14:creationId xmlns:p14="http://schemas.microsoft.com/office/powerpoint/2010/main" val="11935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63700412-E066-4E7C-186D-05593B3243E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89D52FF-4E2C-A8F3-0140-DCADC389C4B9}"/>
              </a:ext>
            </a:extLst>
          </p:cNvPr>
          <p:cNvPicPr>
            <a:picLocks noChangeAspect="1"/>
          </p:cNvPicPr>
          <p:nvPr/>
        </p:nvPicPr>
        <p:blipFill>
          <a:blip r:embed="rId3"/>
          <a:stretch>
            <a:fillRect/>
          </a:stretch>
        </p:blipFill>
        <p:spPr>
          <a:xfrm>
            <a:off x="0" y="688601"/>
            <a:ext cx="9144000" cy="3766298"/>
          </a:xfrm>
          <a:prstGeom prst="rect">
            <a:avLst/>
          </a:prstGeom>
        </p:spPr>
      </p:pic>
    </p:spTree>
    <p:extLst>
      <p:ext uri="{BB962C8B-B14F-4D97-AF65-F5344CB8AC3E}">
        <p14:creationId xmlns:p14="http://schemas.microsoft.com/office/powerpoint/2010/main" val="2233287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F1E4908D-6B6C-C690-B9B8-AEEE64A433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C88077E-B4AC-BDEB-604A-7175DAD36187}"/>
              </a:ext>
            </a:extLst>
          </p:cNvPr>
          <p:cNvPicPr>
            <a:picLocks noChangeAspect="1"/>
          </p:cNvPicPr>
          <p:nvPr/>
        </p:nvPicPr>
        <p:blipFill>
          <a:blip r:embed="rId3"/>
          <a:stretch>
            <a:fillRect/>
          </a:stretch>
        </p:blipFill>
        <p:spPr>
          <a:xfrm>
            <a:off x="0" y="1082184"/>
            <a:ext cx="9144000" cy="2979131"/>
          </a:xfrm>
          <a:prstGeom prst="rect">
            <a:avLst/>
          </a:prstGeom>
        </p:spPr>
      </p:pic>
    </p:spTree>
    <p:extLst>
      <p:ext uri="{BB962C8B-B14F-4D97-AF65-F5344CB8AC3E}">
        <p14:creationId xmlns:p14="http://schemas.microsoft.com/office/powerpoint/2010/main" val="1740288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96F75B27-508A-B7AD-35EE-C5BF59D1C67C}"/>
            </a:ext>
          </a:extLst>
        </p:cNvPr>
        <p:cNvGrpSpPr/>
        <p:nvPr/>
      </p:nvGrpSpPr>
      <p:grpSpPr>
        <a:xfrm>
          <a:off x="0" y="0"/>
          <a:ext cx="0" cy="0"/>
          <a:chOff x="0" y="0"/>
          <a:chExt cx="0" cy="0"/>
        </a:xfrm>
      </p:grpSpPr>
      <p:sp>
        <p:nvSpPr>
          <p:cNvPr id="352" name="Google Shape;352;p41">
            <a:extLst>
              <a:ext uri="{FF2B5EF4-FFF2-40B4-BE49-F238E27FC236}">
                <a16:creationId xmlns:a16="http://schemas.microsoft.com/office/drawing/2014/main" id="{2644F89E-22BF-82FC-0566-DE9FA30741CB}"/>
              </a:ext>
            </a:extLst>
          </p:cNvPr>
          <p:cNvSpPr/>
          <p:nvPr/>
        </p:nvSpPr>
        <p:spPr>
          <a:xfrm>
            <a:off x="1020206" y="1932275"/>
            <a:ext cx="5107800" cy="13128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1">
            <a:extLst>
              <a:ext uri="{FF2B5EF4-FFF2-40B4-BE49-F238E27FC236}">
                <a16:creationId xmlns:a16="http://schemas.microsoft.com/office/drawing/2014/main" id="{3190243D-E324-B10D-6335-74BE2C55C170}"/>
              </a:ext>
            </a:extLst>
          </p:cNvPr>
          <p:cNvSpPr txBox="1">
            <a:spLocks noGrp="1"/>
          </p:cNvSpPr>
          <p:nvPr>
            <p:ph type="title"/>
          </p:nvPr>
        </p:nvSpPr>
        <p:spPr>
          <a:xfrm>
            <a:off x="1020206" y="1932275"/>
            <a:ext cx="5107800" cy="1312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vi-VN" dirty="0">
                <a:latin typeface="+mj-lt"/>
              </a:rPr>
              <a:t>Chức năng</a:t>
            </a:r>
            <a:endParaRPr dirty="0">
              <a:latin typeface="+mj-lt"/>
            </a:endParaRPr>
          </a:p>
        </p:txBody>
      </p:sp>
      <p:sp>
        <p:nvSpPr>
          <p:cNvPr id="355" name="Google Shape;355;p41">
            <a:extLst>
              <a:ext uri="{FF2B5EF4-FFF2-40B4-BE49-F238E27FC236}">
                <a16:creationId xmlns:a16="http://schemas.microsoft.com/office/drawing/2014/main" id="{C96AD5E9-3057-D5EA-1C99-F96322906C99}"/>
              </a:ext>
            </a:extLst>
          </p:cNvPr>
          <p:cNvSpPr txBox="1">
            <a:spLocks noGrp="1"/>
          </p:cNvSpPr>
          <p:nvPr>
            <p:ph type="title" idx="2"/>
          </p:nvPr>
        </p:nvSpPr>
        <p:spPr>
          <a:xfrm>
            <a:off x="6004594" y="1530150"/>
            <a:ext cx="2121000" cy="19635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vi-VN" dirty="0"/>
              <a:t>3</a:t>
            </a:r>
            <a:endParaRPr dirty="0"/>
          </a:p>
        </p:txBody>
      </p:sp>
    </p:spTree>
    <p:extLst>
      <p:ext uri="{BB962C8B-B14F-4D97-AF65-F5344CB8AC3E}">
        <p14:creationId xmlns:p14="http://schemas.microsoft.com/office/powerpoint/2010/main" val="240555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491D0838-4803-66E5-7794-99CCF35D4355}"/>
            </a:ext>
          </a:extLst>
        </p:cNvPr>
        <p:cNvGrpSpPr/>
        <p:nvPr/>
      </p:nvGrpSpPr>
      <p:grpSpPr>
        <a:xfrm>
          <a:off x="0" y="0"/>
          <a:ext cx="0" cy="0"/>
          <a:chOff x="0" y="0"/>
          <a:chExt cx="0" cy="0"/>
        </a:xfrm>
      </p:grpSpPr>
      <p:sp>
        <p:nvSpPr>
          <p:cNvPr id="4" name="Google Shape;361;p42">
            <a:extLst>
              <a:ext uri="{FF2B5EF4-FFF2-40B4-BE49-F238E27FC236}">
                <a16:creationId xmlns:a16="http://schemas.microsoft.com/office/drawing/2014/main" id="{1FAAD82E-9160-CBCC-DE20-EDD7DCF167EC}"/>
              </a:ext>
            </a:extLst>
          </p:cNvPr>
          <p:cNvSpPr txBox="1">
            <a:spLocks/>
          </p:cNvSpPr>
          <p:nvPr/>
        </p:nvSpPr>
        <p:spPr>
          <a:xfrm>
            <a:off x="2406179" y="3598068"/>
            <a:ext cx="4866900" cy="1255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Syne"/>
              <a:buNone/>
              <a:defRPr sz="1600" b="0" i="0" u="none" strike="noStrike" cap="none">
                <a:solidFill>
                  <a:schemeClr val="dk1"/>
                </a:solidFill>
                <a:latin typeface="Syne"/>
                <a:ea typeface="Syne"/>
                <a:cs typeface="Syne"/>
                <a:sym typeface="Syne"/>
              </a:defRPr>
            </a:lvl1pPr>
            <a:lvl2pPr marL="914400" marR="0" lvl="1"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2pPr>
            <a:lvl3pPr marL="1371600" marR="0" lvl="2"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3pPr>
            <a:lvl4pPr marL="1828800" marR="0" lvl="3"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4pPr>
            <a:lvl5pPr marL="2286000" marR="0" lvl="4"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5pPr>
            <a:lvl6pPr marL="2743200" marR="0" lvl="5"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6pPr>
            <a:lvl7pPr marL="3200400" marR="0" lvl="6"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7pPr>
            <a:lvl8pPr marL="3657600" marR="0" lvl="7"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8pPr>
            <a:lvl9pPr marL="4114800" marR="0" lvl="8"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9pPr>
          </a:lstStyle>
          <a:p>
            <a:pPr marL="0" indent="0" algn="l">
              <a:spcAft>
                <a:spcPts val="1200"/>
              </a:spcAft>
            </a:pPr>
            <a:r>
              <a:rPr lang="en-US" dirty="0">
                <a:latin typeface="+mn-lt"/>
              </a:rPr>
              <a:t>Quản </a:t>
            </a:r>
            <a:r>
              <a:rPr lang="en-US" dirty="0" err="1">
                <a:latin typeface="+mn-lt"/>
              </a:rPr>
              <a:t>lý</a:t>
            </a:r>
            <a:r>
              <a:rPr lang="en-US" dirty="0">
                <a:latin typeface="+mn-lt"/>
              </a:rPr>
              <a:t> </a:t>
            </a:r>
            <a:r>
              <a:rPr lang="en-US" dirty="0" err="1">
                <a:latin typeface="+mn-lt"/>
              </a:rPr>
              <a:t>bàn</a:t>
            </a:r>
            <a:r>
              <a:rPr lang="en-US" dirty="0">
                <a:latin typeface="+mn-lt"/>
              </a:rPr>
              <a:t> </a:t>
            </a:r>
            <a:r>
              <a:rPr lang="en-US" dirty="0" err="1">
                <a:latin typeface="+mn-lt"/>
              </a:rPr>
              <a:t>ăn</a:t>
            </a:r>
            <a:r>
              <a:rPr lang="en-US" dirty="0">
                <a:latin typeface="+mn-lt"/>
              </a:rPr>
              <a:t> </a:t>
            </a:r>
            <a:r>
              <a:rPr lang="en-US" dirty="0" err="1">
                <a:latin typeface="+mn-lt"/>
              </a:rPr>
              <a:t>như</a:t>
            </a:r>
            <a:r>
              <a:rPr lang="en-US" dirty="0">
                <a:latin typeface="+mn-lt"/>
              </a:rPr>
              <a:t> </a:t>
            </a:r>
            <a:r>
              <a:rPr lang="en-US" dirty="0" err="1">
                <a:latin typeface="+mn-lt"/>
              </a:rPr>
              <a:t>đặt</a:t>
            </a:r>
            <a:r>
              <a:rPr lang="en-US" dirty="0">
                <a:latin typeface="+mn-lt"/>
              </a:rPr>
              <a:t> </a:t>
            </a:r>
            <a:r>
              <a:rPr lang="en-US" dirty="0" err="1">
                <a:latin typeface="+mn-lt"/>
              </a:rPr>
              <a:t>bàn</a:t>
            </a:r>
            <a:r>
              <a:rPr lang="en-US" dirty="0">
                <a:latin typeface="+mn-lt"/>
              </a:rPr>
              <a:t>, </a:t>
            </a:r>
            <a:r>
              <a:rPr lang="en-US" dirty="0" err="1">
                <a:latin typeface="+mn-lt"/>
              </a:rPr>
              <a:t>xem</a:t>
            </a:r>
            <a:r>
              <a:rPr lang="en-US" dirty="0">
                <a:latin typeface="+mn-lt"/>
              </a:rPr>
              <a:t> </a:t>
            </a:r>
            <a:r>
              <a:rPr lang="en-US" dirty="0" err="1">
                <a:latin typeface="+mn-lt"/>
              </a:rPr>
              <a:t>danh</a:t>
            </a:r>
            <a:r>
              <a:rPr lang="en-US" dirty="0">
                <a:latin typeface="+mn-lt"/>
              </a:rPr>
              <a:t> </a:t>
            </a:r>
            <a:r>
              <a:rPr lang="en-US" dirty="0" err="1">
                <a:latin typeface="+mn-lt"/>
              </a:rPr>
              <a:t>sách</a:t>
            </a:r>
            <a:r>
              <a:rPr lang="en-US" dirty="0">
                <a:latin typeface="+mn-lt"/>
              </a:rPr>
              <a:t> </a:t>
            </a:r>
            <a:r>
              <a:rPr lang="en-US" dirty="0" err="1">
                <a:latin typeface="+mn-lt"/>
              </a:rPr>
              <a:t>các</a:t>
            </a:r>
            <a:r>
              <a:rPr lang="en-US" dirty="0">
                <a:latin typeface="+mn-lt"/>
              </a:rPr>
              <a:t> </a:t>
            </a:r>
            <a:r>
              <a:rPr lang="en-US" dirty="0" err="1">
                <a:latin typeface="+mn-lt"/>
              </a:rPr>
              <a:t>món</a:t>
            </a:r>
            <a:r>
              <a:rPr lang="en-US" dirty="0">
                <a:latin typeface="+mn-lt"/>
              </a:rPr>
              <a:t> </a:t>
            </a:r>
            <a:r>
              <a:rPr lang="en-US" dirty="0" err="1">
                <a:latin typeface="+mn-lt"/>
              </a:rPr>
              <a:t>ăn</a:t>
            </a:r>
            <a:r>
              <a:rPr lang="en-US" dirty="0">
                <a:latin typeface="+mn-lt"/>
              </a:rPr>
              <a:t> </a:t>
            </a:r>
            <a:r>
              <a:rPr lang="en-US" dirty="0" err="1">
                <a:latin typeface="+mn-lt"/>
              </a:rPr>
              <a:t>đang</a:t>
            </a:r>
            <a:r>
              <a:rPr lang="en-US" dirty="0">
                <a:latin typeface="+mn-lt"/>
              </a:rPr>
              <a:t> </a:t>
            </a:r>
            <a:r>
              <a:rPr lang="en-US" dirty="0" err="1">
                <a:latin typeface="+mn-lt"/>
              </a:rPr>
              <a:t>phục</a:t>
            </a:r>
            <a:r>
              <a:rPr lang="en-US" dirty="0">
                <a:latin typeface="+mn-lt"/>
              </a:rPr>
              <a:t> </a:t>
            </a:r>
            <a:r>
              <a:rPr lang="en-US" dirty="0" err="1">
                <a:latin typeface="+mn-lt"/>
              </a:rPr>
              <a:t>vụ</a:t>
            </a:r>
            <a:r>
              <a:rPr lang="en-US" dirty="0">
                <a:latin typeface="+mn-lt"/>
              </a:rPr>
              <a:t> </a:t>
            </a:r>
            <a:r>
              <a:rPr lang="en-US" dirty="0" err="1">
                <a:latin typeface="+mn-lt"/>
              </a:rPr>
              <a:t>cho</a:t>
            </a:r>
            <a:r>
              <a:rPr lang="en-US" dirty="0">
                <a:latin typeface="+mn-lt"/>
              </a:rPr>
              <a:t> </a:t>
            </a:r>
            <a:r>
              <a:rPr lang="en-US" dirty="0" err="1">
                <a:latin typeface="+mn-lt"/>
              </a:rPr>
              <a:t>bàn</a:t>
            </a:r>
            <a:r>
              <a:rPr lang="en-US" dirty="0">
                <a:latin typeface="+mn-lt"/>
              </a:rPr>
              <a:t> </a:t>
            </a:r>
            <a:r>
              <a:rPr lang="en-US" dirty="0" err="1">
                <a:latin typeface="+mn-lt"/>
              </a:rPr>
              <a:t>đó</a:t>
            </a:r>
            <a:r>
              <a:rPr lang="en-US" dirty="0">
                <a:latin typeface="+mn-lt"/>
              </a:rPr>
              <a:t>, </a:t>
            </a:r>
            <a:r>
              <a:rPr lang="en-US" dirty="0" err="1">
                <a:latin typeface="+mn-lt"/>
              </a:rPr>
              <a:t>xem</a:t>
            </a:r>
            <a:r>
              <a:rPr lang="en-US" dirty="0">
                <a:latin typeface="+mn-lt"/>
              </a:rPr>
              <a:t> </a:t>
            </a:r>
            <a:r>
              <a:rPr lang="en-US" dirty="0" err="1">
                <a:latin typeface="+mn-lt"/>
              </a:rPr>
              <a:t>trạng</a:t>
            </a:r>
            <a:r>
              <a:rPr lang="en-US" dirty="0">
                <a:latin typeface="+mn-lt"/>
              </a:rPr>
              <a:t> </a:t>
            </a:r>
            <a:r>
              <a:rPr lang="en-US" dirty="0" err="1">
                <a:latin typeface="+mn-lt"/>
              </a:rPr>
              <a:t>thái</a:t>
            </a:r>
            <a:r>
              <a:rPr lang="en-US" dirty="0">
                <a:latin typeface="+mn-lt"/>
              </a:rPr>
              <a:t> </a:t>
            </a:r>
            <a:r>
              <a:rPr lang="en-US" dirty="0" err="1">
                <a:latin typeface="+mn-lt"/>
              </a:rPr>
              <a:t>bàn</a:t>
            </a:r>
            <a:r>
              <a:rPr lang="en-US" dirty="0">
                <a:latin typeface="+mn-lt"/>
              </a:rPr>
              <a:t> </a:t>
            </a:r>
            <a:r>
              <a:rPr lang="en-US" dirty="0" err="1">
                <a:latin typeface="+mn-lt"/>
              </a:rPr>
              <a:t>đang</a:t>
            </a:r>
            <a:r>
              <a:rPr lang="en-US" dirty="0">
                <a:latin typeface="+mn-lt"/>
              </a:rPr>
              <a:t> </a:t>
            </a:r>
            <a:r>
              <a:rPr lang="en-US" dirty="0" err="1">
                <a:latin typeface="+mn-lt"/>
              </a:rPr>
              <a:t>trống</a:t>
            </a:r>
            <a:r>
              <a:rPr lang="en-US" dirty="0">
                <a:latin typeface="+mn-lt"/>
              </a:rPr>
              <a:t> hay </a:t>
            </a:r>
            <a:r>
              <a:rPr lang="en-US" dirty="0" err="1">
                <a:latin typeface="+mn-lt"/>
              </a:rPr>
              <a:t>đang</a:t>
            </a:r>
            <a:r>
              <a:rPr lang="en-US" dirty="0">
                <a:latin typeface="+mn-lt"/>
              </a:rPr>
              <a:t> </a:t>
            </a:r>
            <a:r>
              <a:rPr lang="en-US" dirty="0" err="1">
                <a:latin typeface="+mn-lt"/>
              </a:rPr>
              <a:t>phục</a:t>
            </a:r>
            <a:r>
              <a:rPr lang="en-US" dirty="0">
                <a:latin typeface="+mn-lt"/>
              </a:rPr>
              <a:t> </a:t>
            </a:r>
            <a:r>
              <a:rPr lang="en-US" dirty="0" err="1">
                <a:latin typeface="+mn-lt"/>
              </a:rPr>
              <a:t>vụ</a:t>
            </a:r>
            <a:endParaRPr lang="vi-VN" dirty="0">
              <a:latin typeface="+mn-lt"/>
            </a:endParaRPr>
          </a:p>
        </p:txBody>
      </p:sp>
      <p:pic>
        <p:nvPicPr>
          <p:cNvPr id="6" name="Picture 5">
            <a:extLst>
              <a:ext uri="{FF2B5EF4-FFF2-40B4-BE49-F238E27FC236}">
                <a16:creationId xmlns:a16="http://schemas.microsoft.com/office/drawing/2014/main" id="{3EAAA524-D002-BEF8-C725-F5B24052595B}"/>
              </a:ext>
            </a:extLst>
          </p:cNvPr>
          <p:cNvPicPr>
            <a:picLocks noChangeAspect="1"/>
          </p:cNvPicPr>
          <p:nvPr/>
        </p:nvPicPr>
        <p:blipFill>
          <a:blip r:embed="rId3"/>
          <a:stretch>
            <a:fillRect/>
          </a:stretch>
        </p:blipFill>
        <p:spPr>
          <a:xfrm>
            <a:off x="1635512" y="417324"/>
            <a:ext cx="6066263" cy="2740419"/>
          </a:xfrm>
          <a:prstGeom prst="rect">
            <a:avLst/>
          </a:prstGeom>
        </p:spPr>
      </p:pic>
    </p:spTree>
    <p:extLst>
      <p:ext uri="{BB962C8B-B14F-4D97-AF65-F5344CB8AC3E}">
        <p14:creationId xmlns:p14="http://schemas.microsoft.com/office/powerpoint/2010/main" val="2959502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00241595-6711-90CB-484A-2EF0235EB72E}"/>
            </a:ext>
          </a:extLst>
        </p:cNvPr>
        <p:cNvGrpSpPr/>
        <p:nvPr/>
      </p:nvGrpSpPr>
      <p:grpSpPr>
        <a:xfrm>
          <a:off x="0" y="0"/>
          <a:ext cx="0" cy="0"/>
          <a:chOff x="0" y="0"/>
          <a:chExt cx="0" cy="0"/>
        </a:xfrm>
      </p:grpSpPr>
      <p:sp>
        <p:nvSpPr>
          <p:cNvPr id="4" name="Google Shape;361;p42">
            <a:extLst>
              <a:ext uri="{FF2B5EF4-FFF2-40B4-BE49-F238E27FC236}">
                <a16:creationId xmlns:a16="http://schemas.microsoft.com/office/drawing/2014/main" id="{62CFB464-7B54-2DC4-E96F-FC7F8ECEB83C}"/>
              </a:ext>
            </a:extLst>
          </p:cNvPr>
          <p:cNvSpPr txBox="1">
            <a:spLocks/>
          </p:cNvSpPr>
          <p:nvPr/>
        </p:nvSpPr>
        <p:spPr>
          <a:xfrm>
            <a:off x="3394920" y="4084570"/>
            <a:ext cx="4866900" cy="1255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Syne"/>
              <a:buNone/>
              <a:defRPr sz="1600" b="0" i="0" u="none" strike="noStrike" cap="none">
                <a:solidFill>
                  <a:schemeClr val="dk1"/>
                </a:solidFill>
                <a:latin typeface="Syne"/>
                <a:ea typeface="Syne"/>
                <a:cs typeface="Syne"/>
                <a:sym typeface="Syne"/>
              </a:defRPr>
            </a:lvl1pPr>
            <a:lvl2pPr marL="914400" marR="0" lvl="1"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2pPr>
            <a:lvl3pPr marL="1371600" marR="0" lvl="2"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3pPr>
            <a:lvl4pPr marL="1828800" marR="0" lvl="3"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4pPr>
            <a:lvl5pPr marL="2286000" marR="0" lvl="4"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5pPr>
            <a:lvl6pPr marL="2743200" marR="0" lvl="5"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6pPr>
            <a:lvl7pPr marL="3200400" marR="0" lvl="6"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7pPr>
            <a:lvl8pPr marL="3657600" marR="0" lvl="7"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8pPr>
            <a:lvl9pPr marL="4114800" marR="0" lvl="8"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9pPr>
          </a:lstStyle>
          <a:p>
            <a:pPr marL="0" indent="0" algn="l">
              <a:spcAft>
                <a:spcPts val="1200"/>
              </a:spcAft>
            </a:pPr>
            <a:r>
              <a:rPr lang="en-US" dirty="0" err="1">
                <a:latin typeface="+mn-lt"/>
              </a:rPr>
              <a:t>Gọi</a:t>
            </a:r>
            <a:r>
              <a:rPr lang="en-US" dirty="0">
                <a:latin typeface="+mn-lt"/>
              </a:rPr>
              <a:t> </a:t>
            </a:r>
            <a:r>
              <a:rPr lang="en-US" dirty="0" err="1">
                <a:latin typeface="+mn-lt"/>
              </a:rPr>
              <a:t>món</a:t>
            </a:r>
            <a:r>
              <a:rPr lang="en-US" dirty="0">
                <a:latin typeface="+mn-lt"/>
              </a:rPr>
              <a:t> </a:t>
            </a:r>
            <a:r>
              <a:rPr lang="en-US" dirty="0" err="1">
                <a:latin typeface="+mn-lt"/>
              </a:rPr>
              <a:t>cho</a:t>
            </a:r>
            <a:r>
              <a:rPr lang="en-US" dirty="0">
                <a:latin typeface="+mn-lt"/>
              </a:rPr>
              <a:t> </a:t>
            </a:r>
            <a:r>
              <a:rPr lang="en-US" dirty="0" err="1">
                <a:latin typeface="+mn-lt"/>
              </a:rPr>
              <a:t>từng</a:t>
            </a:r>
            <a:r>
              <a:rPr lang="en-US" dirty="0">
                <a:latin typeface="+mn-lt"/>
              </a:rPr>
              <a:t> </a:t>
            </a:r>
            <a:r>
              <a:rPr lang="en-US" dirty="0" err="1">
                <a:latin typeface="+mn-lt"/>
              </a:rPr>
              <a:t>bàn</a:t>
            </a:r>
            <a:endParaRPr lang="vi-VN" dirty="0">
              <a:latin typeface="+mn-lt"/>
            </a:endParaRPr>
          </a:p>
        </p:txBody>
      </p:sp>
      <p:pic>
        <p:nvPicPr>
          <p:cNvPr id="3" name="Picture 2">
            <a:extLst>
              <a:ext uri="{FF2B5EF4-FFF2-40B4-BE49-F238E27FC236}">
                <a16:creationId xmlns:a16="http://schemas.microsoft.com/office/drawing/2014/main" id="{AEFE195F-DFC1-EF8E-668C-5A0BD82492EB}"/>
              </a:ext>
            </a:extLst>
          </p:cNvPr>
          <p:cNvPicPr>
            <a:picLocks noChangeAspect="1"/>
          </p:cNvPicPr>
          <p:nvPr/>
        </p:nvPicPr>
        <p:blipFill>
          <a:blip r:embed="rId3"/>
          <a:stretch>
            <a:fillRect/>
          </a:stretch>
        </p:blipFill>
        <p:spPr>
          <a:xfrm>
            <a:off x="1345075" y="936702"/>
            <a:ext cx="6916745" cy="2959170"/>
          </a:xfrm>
          <a:prstGeom prst="rect">
            <a:avLst/>
          </a:prstGeom>
        </p:spPr>
      </p:pic>
    </p:spTree>
    <p:extLst>
      <p:ext uri="{BB962C8B-B14F-4D97-AF65-F5344CB8AC3E}">
        <p14:creationId xmlns:p14="http://schemas.microsoft.com/office/powerpoint/2010/main" val="3645702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D752D475-D5D8-AA11-791D-ECB05D5E8AEB}"/>
            </a:ext>
          </a:extLst>
        </p:cNvPr>
        <p:cNvGrpSpPr/>
        <p:nvPr/>
      </p:nvGrpSpPr>
      <p:grpSpPr>
        <a:xfrm>
          <a:off x="0" y="0"/>
          <a:ext cx="0" cy="0"/>
          <a:chOff x="0" y="0"/>
          <a:chExt cx="0" cy="0"/>
        </a:xfrm>
      </p:grpSpPr>
      <p:sp>
        <p:nvSpPr>
          <p:cNvPr id="4" name="Google Shape;361;p42">
            <a:extLst>
              <a:ext uri="{FF2B5EF4-FFF2-40B4-BE49-F238E27FC236}">
                <a16:creationId xmlns:a16="http://schemas.microsoft.com/office/drawing/2014/main" id="{A94D00EF-B5D9-16F2-9CC1-1E6D065DD696}"/>
              </a:ext>
            </a:extLst>
          </p:cNvPr>
          <p:cNvSpPr txBox="1">
            <a:spLocks/>
          </p:cNvSpPr>
          <p:nvPr/>
        </p:nvSpPr>
        <p:spPr>
          <a:xfrm>
            <a:off x="3268540" y="3404781"/>
            <a:ext cx="4866900" cy="1255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Syne"/>
              <a:buNone/>
              <a:defRPr sz="1600" b="0" i="0" u="none" strike="noStrike" cap="none">
                <a:solidFill>
                  <a:schemeClr val="dk1"/>
                </a:solidFill>
                <a:latin typeface="Syne"/>
                <a:ea typeface="Syne"/>
                <a:cs typeface="Syne"/>
                <a:sym typeface="Syne"/>
              </a:defRPr>
            </a:lvl1pPr>
            <a:lvl2pPr marL="914400" marR="0" lvl="1"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2pPr>
            <a:lvl3pPr marL="1371600" marR="0" lvl="2"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3pPr>
            <a:lvl4pPr marL="1828800" marR="0" lvl="3"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4pPr>
            <a:lvl5pPr marL="2286000" marR="0" lvl="4"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5pPr>
            <a:lvl6pPr marL="2743200" marR="0" lvl="5"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6pPr>
            <a:lvl7pPr marL="3200400" marR="0" lvl="6"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7pPr>
            <a:lvl8pPr marL="3657600" marR="0" lvl="7"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8pPr>
            <a:lvl9pPr marL="4114800" marR="0" lvl="8"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9pPr>
          </a:lstStyle>
          <a:p>
            <a:pPr marL="0" indent="0" algn="l">
              <a:spcAft>
                <a:spcPts val="1200"/>
              </a:spcAft>
            </a:pPr>
            <a:r>
              <a:rPr lang="en-US" dirty="0" err="1">
                <a:latin typeface="+mn-lt"/>
              </a:rPr>
              <a:t>Thêm</a:t>
            </a:r>
            <a:r>
              <a:rPr lang="en-US" dirty="0">
                <a:latin typeface="+mn-lt"/>
              </a:rPr>
              <a:t> </a:t>
            </a:r>
            <a:r>
              <a:rPr lang="en-US" dirty="0" err="1">
                <a:latin typeface="+mn-lt"/>
              </a:rPr>
              <a:t>các</a:t>
            </a:r>
            <a:r>
              <a:rPr lang="en-US" dirty="0">
                <a:latin typeface="+mn-lt"/>
              </a:rPr>
              <a:t> </a:t>
            </a:r>
            <a:r>
              <a:rPr lang="en-US" dirty="0" err="1">
                <a:latin typeface="+mn-lt"/>
              </a:rPr>
              <a:t>món</a:t>
            </a:r>
            <a:r>
              <a:rPr lang="en-US" dirty="0">
                <a:latin typeface="+mn-lt"/>
              </a:rPr>
              <a:t> </a:t>
            </a:r>
            <a:r>
              <a:rPr lang="en-US" dirty="0" err="1">
                <a:latin typeface="+mn-lt"/>
              </a:rPr>
              <a:t>ăn</a:t>
            </a:r>
            <a:r>
              <a:rPr lang="en-US" dirty="0">
                <a:latin typeface="+mn-lt"/>
              </a:rPr>
              <a:t> </a:t>
            </a:r>
            <a:r>
              <a:rPr lang="en-US" dirty="0" err="1">
                <a:latin typeface="+mn-lt"/>
              </a:rPr>
              <a:t>cho</a:t>
            </a:r>
            <a:r>
              <a:rPr lang="en-US" dirty="0">
                <a:latin typeface="+mn-lt"/>
              </a:rPr>
              <a:t> Menu</a:t>
            </a:r>
            <a:endParaRPr lang="vi-VN" dirty="0">
              <a:latin typeface="+mn-lt"/>
            </a:endParaRPr>
          </a:p>
        </p:txBody>
      </p:sp>
      <p:pic>
        <p:nvPicPr>
          <p:cNvPr id="3" name="Picture 2">
            <a:extLst>
              <a:ext uri="{FF2B5EF4-FFF2-40B4-BE49-F238E27FC236}">
                <a16:creationId xmlns:a16="http://schemas.microsoft.com/office/drawing/2014/main" id="{8C9FF220-BBD2-9E6D-F93F-67EA814629E8}"/>
              </a:ext>
            </a:extLst>
          </p:cNvPr>
          <p:cNvPicPr>
            <a:picLocks noChangeAspect="1"/>
          </p:cNvPicPr>
          <p:nvPr/>
        </p:nvPicPr>
        <p:blipFill>
          <a:blip r:embed="rId3"/>
          <a:stretch>
            <a:fillRect/>
          </a:stretch>
        </p:blipFill>
        <p:spPr>
          <a:xfrm>
            <a:off x="817755" y="569696"/>
            <a:ext cx="7883813" cy="2534817"/>
          </a:xfrm>
          <a:prstGeom prst="rect">
            <a:avLst/>
          </a:prstGeom>
        </p:spPr>
      </p:pic>
    </p:spTree>
    <p:extLst>
      <p:ext uri="{BB962C8B-B14F-4D97-AF65-F5344CB8AC3E}">
        <p14:creationId xmlns:p14="http://schemas.microsoft.com/office/powerpoint/2010/main" val="3557386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D20004CA-506E-5257-9526-B949ABA8D7DA}"/>
            </a:ext>
          </a:extLst>
        </p:cNvPr>
        <p:cNvGrpSpPr/>
        <p:nvPr/>
      </p:nvGrpSpPr>
      <p:grpSpPr>
        <a:xfrm>
          <a:off x="0" y="0"/>
          <a:ext cx="0" cy="0"/>
          <a:chOff x="0" y="0"/>
          <a:chExt cx="0" cy="0"/>
        </a:xfrm>
      </p:grpSpPr>
      <p:sp>
        <p:nvSpPr>
          <p:cNvPr id="352" name="Google Shape;352;p41">
            <a:extLst>
              <a:ext uri="{FF2B5EF4-FFF2-40B4-BE49-F238E27FC236}">
                <a16:creationId xmlns:a16="http://schemas.microsoft.com/office/drawing/2014/main" id="{C5AF64BC-B426-6FF3-0B81-96D7643FA3E6}"/>
              </a:ext>
            </a:extLst>
          </p:cNvPr>
          <p:cNvSpPr/>
          <p:nvPr/>
        </p:nvSpPr>
        <p:spPr>
          <a:xfrm>
            <a:off x="1020206" y="1932275"/>
            <a:ext cx="5107800" cy="13128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1">
            <a:extLst>
              <a:ext uri="{FF2B5EF4-FFF2-40B4-BE49-F238E27FC236}">
                <a16:creationId xmlns:a16="http://schemas.microsoft.com/office/drawing/2014/main" id="{9E6D98CF-0533-56C2-BAD3-5B965ECEB62B}"/>
              </a:ext>
            </a:extLst>
          </p:cNvPr>
          <p:cNvSpPr txBox="1">
            <a:spLocks noGrp="1"/>
          </p:cNvSpPr>
          <p:nvPr>
            <p:ph type="title"/>
          </p:nvPr>
        </p:nvSpPr>
        <p:spPr>
          <a:xfrm>
            <a:off x="1020206" y="1932275"/>
            <a:ext cx="5107800" cy="1312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vi-VN" dirty="0" err="1">
                <a:latin typeface="+mj-lt"/>
              </a:rPr>
              <a:t>Demo</a:t>
            </a:r>
            <a:endParaRPr dirty="0">
              <a:latin typeface="+mj-lt"/>
            </a:endParaRPr>
          </a:p>
        </p:txBody>
      </p:sp>
      <p:sp>
        <p:nvSpPr>
          <p:cNvPr id="355" name="Google Shape;355;p41">
            <a:extLst>
              <a:ext uri="{FF2B5EF4-FFF2-40B4-BE49-F238E27FC236}">
                <a16:creationId xmlns:a16="http://schemas.microsoft.com/office/drawing/2014/main" id="{5910A766-F515-66CA-EBD9-F722A80C9CF3}"/>
              </a:ext>
            </a:extLst>
          </p:cNvPr>
          <p:cNvSpPr txBox="1">
            <a:spLocks noGrp="1"/>
          </p:cNvSpPr>
          <p:nvPr>
            <p:ph type="title" idx="2"/>
          </p:nvPr>
        </p:nvSpPr>
        <p:spPr>
          <a:xfrm>
            <a:off x="6004594" y="1530150"/>
            <a:ext cx="2121000" cy="19635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vi-VN" dirty="0"/>
              <a:t>4</a:t>
            </a:r>
            <a:endParaRPr dirty="0"/>
          </a:p>
        </p:txBody>
      </p:sp>
    </p:spTree>
    <p:extLst>
      <p:ext uri="{BB962C8B-B14F-4D97-AF65-F5344CB8AC3E}">
        <p14:creationId xmlns:p14="http://schemas.microsoft.com/office/powerpoint/2010/main" val="2709693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9718E7BB-6157-355E-DD2B-29497DD3BD3C}"/>
            </a:ext>
          </a:extLst>
        </p:cNvPr>
        <p:cNvGrpSpPr/>
        <p:nvPr/>
      </p:nvGrpSpPr>
      <p:grpSpPr>
        <a:xfrm>
          <a:off x="0" y="0"/>
          <a:ext cx="0" cy="0"/>
          <a:chOff x="0" y="0"/>
          <a:chExt cx="0" cy="0"/>
        </a:xfrm>
      </p:grpSpPr>
      <p:sp>
        <p:nvSpPr>
          <p:cNvPr id="352" name="Google Shape;352;p41">
            <a:extLst>
              <a:ext uri="{FF2B5EF4-FFF2-40B4-BE49-F238E27FC236}">
                <a16:creationId xmlns:a16="http://schemas.microsoft.com/office/drawing/2014/main" id="{F52F384E-2354-B529-8DEF-46244A8FB0C3}"/>
              </a:ext>
            </a:extLst>
          </p:cNvPr>
          <p:cNvSpPr/>
          <p:nvPr/>
        </p:nvSpPr>
        <p:spPr>
          <a:xfrm>
            <a:off x="1020206" y="1932275"/>
            <a:ext cx="5107800" cy="13128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1">
            <a:extLst>
              <a:ext uri="{FF2B5EF4-FFF2-40B4-BE49-F238E27FC236}">
                <a16:creationId xmlns:a16="http://schemas.microsoft.com/office/drawing/2014/main" id="{448F66EC-9FBC-0A16-6F50-15A946236B70}"/>
              </a:ext>
            </a:extLst>
          </p:cNvPr>
          <p:cNvSpPr txBox="1">
            <a:spLocks noGrp="1"/>
          </p:cNvSpPr>
          <p:nvPr>
            <p:ph type="title"/>
          </p:nvPr>
        </p:nvSpPr>
        <p:spPr>
          <a:xfrm>
            <a:off x="1020206" y="1932275"/>
            <a:ext cx="5107800" cy="1312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vi-VN" dirty="0">
                <a:latin typeface="+mj-lt"/>
              </a:rPr>
              <a:t>Kết luận</a:t>
            </a:r>
            <a:endParaRPr dirty="0">
              <a:latin typeface="+mj-lt"/>
            </a:endParaRPr>
          </a:p>
        </p:txBody>
      </p:sp>
      <p:sp>
        <p:nvSpPr>
          <p:cNvPr id="355" name="Google Shape;355;p41">
            <a:extLst>
              <a:ext uri="{FF2B5EF4-FFF2-40B4-BE49-F238E27FC236}">
                <a16:creationId xmlns:a16="http://schemas.microsoft.com/office/drawing/2014/main" id="{AD9BAD03-C88C-95F3-23A8-5AF43A7FEFC5}"/>
              </a:ext>
            </a:extLst>
          </p:cNvPr>
          <p:cNvSpPr txBox="1">
            <a:spLocks noGrp="1"/>
          </p:cNvSpPr>
          <p:nvPr>
            <p:ph type="title" idx="2"/>
          </p:nvPr>
        </p:nvSpPr>
        <p:spPr>
          <a:xfrm>
            <a:off x="6004594" y="1530150"/>
            <a:ext cx="2121000" cy="19635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vi-VN" dirty="0"/>
              <a:t>5</a:t>
            </a:r>
            <a:endParaRPr dirty="0"/>
          </a:p>
        </p:txBody>
      </p:sp>
    </p:spTree>
    <p:extLst>
      <p:ext uri="{BB962C8B-B14F-4D97-AF65-F5344CB8AC3E}">
        <p14:creationId xmlns:p14="http://schemas.microsoft.com/office/powerpoint/2010/main" val="566024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9">
          <a:extLst>
            <a:ext uri="{FF2B5EF4-FFF2-40B4-BE49-F238E27FC236}">
              <a16:creationId xmlns:a16="http://schemas.microsoft.com/office/drawing/2014/main" id="{BDFA81AA-20BB-C964-0099-022C2AA11179}"/>
            </a:ext>
          </a:extLst>
        </p:cNvPr>
        <p:cNvGrpSpPr/>
        <p:nvPr/>
      </p:nvGrpSpPr>
      <p:grpSpPr>
        <a:xfrm>
          <a:off x="0" y="0"/>
          <a:ext cx="0" cy="0"/>
          <a:chOff x="0" y="0"/>
          <a:chExt cx="0" cy="0"/>
        </a:xfrm>
      </p:grpSpPr>
      <p:sp>
        <p:nvSpPr>
          <p:cNvPr id="4" name="Google Shape;361;p42">
            <a:extLst>
              <a:ext uri="{FF2B5EF4-FFF2-40B4-BE49-F238E27FC236}">
                <a16:creationId xmlns:a16="http://schemas.microsoft.com/office/drawing/2014/main" id="{4986FA20-1686-3971-58FD-396EBD0A495D}"/>
              </a:ext>
            </a:extLst>
          </p:cNvPr>
          <p:cNvSpPr txBox="1">
            <a:spLocks/>
          </p:cNvSpPr>
          <p:nvPr/>
        </p:nvSpPr>
        <p:spPr>
          <a:xfrm>
            <a:off x="1179543" y="1003198"/>
            <a:ext cx="6633744" cy="1255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Syne"/>
              <a:buNone/>
              <a:defRPr sz="1600" b="0" i="0" u="none" strike="noStrike" cap="none">
                <a:solidFill>
                  <a:schemeClr val="dk1"/>
                </a:solidFill>
                <a:latin typeface="Syne"/>
                <a:ea typeface="Syne"/>
                <a:cs typeface="Syne"/>
                <a:sym typeface="Syne"/>
              </a:defRPr>
            </a:lvl1pPr>
            <a:lvl2pPr marL="914400" marR="0" lvl="1"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2pPr>
            <a:lvl3pPr marL="1371600" marR="0" lvl="2"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3pPr>
            <a:lvl4pPr marL="1828800" marR="0" lvl="3"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4pPr>
            <a:lvl5pPr marL="2286000" marR="0" lvl="4"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5pPr>
            <a:lvl6pPr marL="2743200" marR="0" lvl="5"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6pPr>
            <a:lvl7pPr marL="3200400" marR="0" lvl="6"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7pPr>
            <a:lvl8pPr marL="3657600" marR="0" lvl="7"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8pPr>
            <a:lvl9pPr marL="4114800" marR="0" lvl="8" indent="-317500" algn="ctr" rtl="0">
              <a:lnSpc>
                <a:spcPct val="100000"/>
              </a:lnSpc>
              <a:spcBef>
                <a:spcPts val="0"/>
              </a:spcBef>
              <a:spcAft>
                <a:spcPts val="0"/>
              </a:spcAft>
              <a:buClr>
                <a:schemeClr val="dk1"/>
              </a:buClr>
              <a:buSzPts val="2100"/>
              <a:buFont typeface="Syne"/>
              <a:buNone/>
              <a:defRPr sz="2100" b="0" i="0" u="none" strike="noStrike" cap="none">
                <a:solidFill>
                  <a:schemeClr val="dk1"/>
                </a:solidFill>
                <a:latin typeface="Syne"/>
                <a:ea typeface="Syne"/>
                <a:cs typeface="Syne"/>
                <a:sym typeface="Syne"/>
              </a:defRPr>
            </a:lvl9pPr>
          </a:lstStyle>
          <a:p>
            <a:pPr algn="l"/>
            <a:r>
              <a:rPr lang="vi-VN" dirty="0">
                <a:latin typeface="+mn-lt"/>
              </a:rPr>
              <a:t>      Qua quá trình thực hiện đề tài </a:t>
            </a:r>
            <a:r>
              <a:rPr lang="vi-VN" b="1" dirty="0">
                <a:latin typeface="+mn-lt"/>
              </a:rPr>
              <a:t>“Xây dựng hệ thống quản lý nhà hàng”</a:t>
            </a:r>
            <a:r>
              <a:rPr lang="vi-VN" dirty="0">
                <a:latin typeface="+mn-lt"/>
              </a:rPr>
              <a:t>, nhóm đã hoàn thành được các chức năng cơ bản của hệ thống, bao gồm:</a:t>
            </a:r>
          </a:p>
          <a:p>
            <a:pPr algn="l"/>
            <a:endParaRPr lang="vi-VN" dirty="0">
              <a:latin typeface="+mn-lt"/>
            </a:endParaRPr>
          </a:p>
          <a:p>
            <a:pPr algn="l">
              <a:buFontTx/>
              <a:buChar char="-"/>
            </a:pPr>
            <a:r>
              <a:rPr lang="vi-VN" dirty="0">
                <a:latin typeface="+mn-lt"/>
              </a:rPr>
              <a:t>Chức năng đặt bàn cho khách hàng.</a:t>
            </a:r>
          </a:p>
          <a:p>
            <a:pPr algn="l">
              <a:buFontTx/>
              <a:buChar char="-"/>
            </a:pPr>
            <a:r>
              <a:rPr lang="vi-VN" dirty="0">
                <a:latin typeface="+mn-lt"/>
              </a:rPr>
              <a:t>Chức năng thêm món ăn vào thực đơn giúp quản lý dễ dàng cập nhật </a:t>
            </a:r>
            <a:r>
              <a:rPr lang="vi-VN" dirty="0" err="1">
                <a:latin typeface="+mn-lt"/>
              </a:rPr>
              <a:t>menu</a:t>
            </a:r>
            <a:r>
              <a:rPr lang="vi-VN" dirty="0">
                <a:latin typeface="+mn-lt"/>
              </a:rPr>
              <a:t>.</a:t>
            </a:r>
          </a:p>
          <a:p>
            <a:pPr algn="l">
              <a:buFontTx/>
              <a:buChar char="-"/>
            </a:pPr>
            <a:r>
              <a:rPr lang="vi-VN" dirty="0">
                <a:latin typeface="+mn-lt"/>
              </a:rPr>
              <a:t>Chức năng gọi món và lưu thông tin đơn hàng cho từng bàn.</a:t>
            </a:r>
          </a:p>
          <a:p>
            <a:pPr algn="l">
              <a:buFontTx/>
              <a:buChar char="-"/>
            </a:pPr>
            <a:endParaRPr lang="vi-VN" dirty="0">
              <a:latin typeface="+mn-lt"/>
            </a:endParaRPr>
          </a:p>
          <a:p>
            <a:pPr marL="114300" indent="0" algn="l"/>
            <a:r>
              <a:rPr lang="vi-VN" dirty="0"/>
              <a:t>        Tuy nhiên vẫn chưa thực hiện được chức năng thanh toán trực tuyến </a:t>
            </a:r>
            <a:endParaRPr lang="vi-VN" dirty="0">
              <a:latin typeface="+mn-lt"/>
            </a:endParaRPr>
          </a:p>
          <a:p>
            <a:pPr algn="l"/>
            <a:endParaRPr lang="vi-VN" dirty="0">
              <a:latin typeface="+mn-lt"/>
            </a:endParaRPr>
          </a:p>
        </p:txBody>
      </p:sp>
    </p:spTree>
    <p:extLst>
      <p:ext uri="{BB962C8B-B14F-4D97-AF65-F5344CB8AC3E}">
        <p14:creationId xmlns:p14="http://schemas.microsoft.com/office/powerpoint/2010/main" val="3807807478"/>
      </p:ext>
    </p:extLst>
  </p:cSld>
  <p:clrMapOvr>
    <a:masterClrMapping/>
  </p:clrMapOvr>
</p:sld>
</file>

<file path=ppt/theme/theme1.xml><?xml version="1.0" encoding="utf-8"?>
<a:theme xmlns:a="http://schemas.openxmlformats.org/drawingml/2006/main" name="Wind Energy Supplier Pitch Deck by Slidesgo">
  <a:themeElements>
    <a:clrScheme name="Simple Light">
      <a:dk1>
        <a:srgbClr val="2E3338"/>
      </a:dk1>
      <a:lt1>
        <a:srgbClr val="F6EFDC"/>
      </a:lt1>
      <a:dk2>
        <a:srgbClr val="164A4A"/>
      </a:dk2>
      <a:lt2>
        <a:srgbClr val="3F4853"/>
      </a:lt2>
      <a:accent1>
        <a:srgbClr val="81B5A8"/>
      </a:accent1>
      <a:accent2>
        <a:srgbClr val="ADDBD0"/>
      </a:accent2>
      <a:accent3>
        <a:srgbClr val="454318"/>
      </a:accent3>
      <a:accent4>
        <a:srgbClr val="FFFFFF"/>
      </a:accent4>
      <a:accent5>
        <a:srgbClr val="FFFFFF"/>
      </a:accent5>
      <a:accent6>
        <a:srgbClr val="FFFFFF"/>
      </a:accent6>
      <a:hlink>
        <a:srgbClr val="2E33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TotalTime>
  <Words>318</Words>
  <Application>Microsoft Office PowerPoint</Application>
  <PresentationFormat>On-screen Show (16:9)</PresentationFormat>
  <Paragraphs>39</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Commissioner</vt:lpstr>
      <vt:lpstr>Barlow SemiBold</vt:lpstr>
      <vt:lpstr>Syne</vt:lpstr>
      <vt:lpstr>Commissioner ExtraBold</vt:lpstr>
      <vt:lpstr>Wind Energy Supplier Pitch Deck by Slidesgo</vt:lpstr>
      <vt:lpstr>NHÓM 17 XÂY DỰNG HỆ THỐNG QUẢN LÝ NHÀ HÀNG</vt:lpstr>
      <vt:lpstr>NỘI DUNG</vt:lpstr>
      <vt:lpstr>Giới thiệu</vt:lpstr>
      <vt:lpstr>PowerPoint Presentation</vt:lpstr>
      <vt:lpstr>Quản lý dự án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Chức năng</vt:lpstr>
      <vt:lpstr>PowerPoint Presentation</vt:lpstr>
      <vt:lpstr>PowerPoint Presentation</vt:lpstr>
      <vt:lpstr>PowerPoint Presentation</vt:lpstr>
      <vt:lpstr>Demo</vt:lpstr>
      <vt:lpstr>Kết luận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Duc</cp:lastModifiedBy>
  <cp:revision>20</cp:revision>
  <dcterms:modified xsi:type="dcterms:W3CDTF">2025-12-07T14:29:33Z</dcterms:modified>
</cp:coreProperties>
</file>